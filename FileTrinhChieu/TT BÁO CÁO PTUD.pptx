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73" r:id="rId4"/>
    <p:sldId id="288" r:id="rId5"/>
    <p:sldId id="289" r:id="rId6"/>
    <p:sldId id="274" r:id="rId7"/>
    <p:sldId id="276" r:id="rId8"/>
    <p:sldId id="291" r:id="rId9"/>
    <p:sldId id="277" r:id="rId10"/>
    <p:sldId id="278" r:id="rId11"/>
    <p:sldId id="280" r:id="rId12"/>
    <p:sldId id="279" r:id="rId13"/>
    <p:sldId id="281" r:id="rId14"/>
    <p:sldId id="282" r:id="rId15"/>
    <p:sldId id="283" r:id="rId16"/>
    <p:sldId id="284" r:id="rId17"/>
    <p:sldId id="292" r:id="rId18"/>
    <p:sldId id="294" r:id="rId19"/>
    <p:sldId id="293" r:id="rId20"/>
    <p:sldId id="297" r:id="rId21"/>
    <p:sldId id="295" r:id="rId22"/>
    <p:sldId id="296" r:id="rId23"/>
    <p:sldId id="298" r:id="rId24"/>
    <p:sldId id="300" r:id="rId25"/>
    <p:sldId id="299" r:id="rId26"/>
    <p:sldId id="303" r:id="rId27"/>
    <p:sldId id="301" r:id="rId28"/>
    <p:sldId id="302"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FBC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163"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A9337319-AC69-4D75-89AB-A00ED316504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4B347F-268D-4187-9790-41ABF4235098}"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A9337319-AC69-4D75-89AB-A00ED316504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4B347F-268D-4187-9790-41ABF4235098}"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A9337319-AC69-4D75-89AB-A00ED316504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4B347F-268D-4187-9790-41ABF4235098}"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A9337319-AC69-4D75-89AB-A00ED3165048}"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4B347F-268D-4187-9790-41ABF4235098}"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A9337319-AC69-4D75-89AB-A00ED3165048}"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E4B347F-268D-4187-9790-41ABF4235098}"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A9337319-AC69-4D75-89AB-A00ED3165048}"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E4B347F-268D-4187-9790-41ABF4235098}"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337319-AC69-4D75-89AB-A00ED3165048}"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E4B347F-268D-4187-9790-41ABF4235098}"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A9337319-AC69-4D75-89AB-A00ED3165048}"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4B347F-268D-4187-9790-41ABF4235098}"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A9337319-AC69-4D75-89AB-A00ED3165048}"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4B347F-268D-4187-9790-41ABF4235098}"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A9337319-AC69-4D75-89AB-A00ED316504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4B347F-268D-4187-9790-41ABF4235098}"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A9337319-AC69-4D75-89AB-A00ED316504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4B347F-268D-4187-9790-41ABF4235098}"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9337319-AC69-4D75-89AB-A00ED3165048}"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E4B347F-268D-4187-9790-41ABF4235098}"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p:cNvSpPr>
            <a:spLocks noGrp="1" noRot="1" noChangeAspect="1" noMove="1" noResize="1" noEditPoints="1" noAdjustHandles="1" noChangeArrowheads="1" noChangeShapeType="1" noTextEdit="1"/>
          </p:cNvSpPr>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Ý nghĩa logo IUH - trường đại học công nghiệp thành phố HCM - Rubee"/>
          <p:cNvPicPr>
            <a:picLocks noChangeAspect="1"/>
          </p:cNvPicPr>
          <p:nvPr/>
        </p:nvPicPr>
        <p:blipFill>
          <a:blip r:embed="rId1"/>
          <a:srcRect t="1929" r="-1" b="-1"/>
          <a:stretch>
            <a:fillRect/>
          </a:stretch>
        </p:blipFill>
        <p:spPr>
          <a:xfrm>
            <a:off x="1038107" y="10"/>
            <a:ext cx="1526361" cy="1490862"/>
          </a:xfrm>
          <a:prstGeom prst="rect">
            <a:avLst/>
          </a:prstGeom>
        </p:spPr>
      </p:pic>
      <p:sp>
        <p:nvSpPr>
          <p:cNvPr id="10" name="Tiêu đề 1"/>
          <p:cNvSpPr txBox="1"/>
          <p:nvPr/>
        </p:nvSpPr>
        <p:spPr>
          <a:xfrm>
            <a:off x="1796450" y="3361766"/>
            <a:ext cx="8596047" cy="54178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dirty="0">
                <a:latin typeface="Arial" panose="020B0604020202020204" pitchFamily="34" charset="0"/>
                <a:cs typeface="Arial" panose="020B0604020202020204" pitchFamily="34" charset="0"/>
              </a:rPr>
              <a:t>ĐỀ TÀI: QUẢN LÝ ĐẶT PHÒNG KHÁCH SẠN</a:t>
            </a:r>
            <a:endParaRPr lang="en-US" sz="2400" dirty="0">
              <a:latin typeface="Arial" panose="020B0604020202020204" pitchFamily="34" charset="0"/>
              <a:cs typeface="Arial" panose="020B0604020202020204" pitchFamily="34" charset="0"/>
            </a:endParaRPr>
          </a:p>
        </p:txBody>
      </p:sp>
      <p:sp>
        <p:nvSpPr>
          <p:cNvPr id="12" name="Tiêu đề 1"/>
          <p:cNvSpPr txBox="1"/>
          <p:nvPr/>
        </p:nvSpPr>
        <p:spPr>
          <a:xfrm>
            <a:off x="1038107" y="4413363"/>
            <a:ext cx="5775461" cy="116227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vi-VN" sz="2000" dirty="0">
                <a:latin typeface="Arial" panose="020B0604020202020204" pitchFamily="34" charset="0"/>
                <a:cs typeface="Arial" panose="020B0604020202020204" pitchFamily="34" charset="0"/>
              </a:rPr>
              <a:t>Giảng viên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hướng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dẫn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Trần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Thị</a:t>
            </a:r>
            <a:r>
              <a:rPr lang="en-US" sz="2000" dirty="0">
                <a:latin typeface="Arial" panose="020B0604020202020204" pitchFamily="34" charset="0"/>
                <a:cs typeface="Arial" panose="020B0604020202020204" pitchFamily="34" charset="0"/>
              </a:rPr>
              <a:t> Anh </a:t>
            </a:r>
            <a:r>
              <a:rPr lang="en-US" sz="2000" dirty="0" err="1">
                <a:latin typeface="Arial" panose="020B0604020202020204" pitchFamily="34" charset="0"/>
                <a:cs typeface="Arial" panose="020B0604020202020204" pitchFamily="34" charset="0"/>
              </a:rPr>
              <a:t>Thi</a:t>
            </a:r>
            <a:endParaRPr lang="vi-VN" sz="2000" dirty="0">
              <a:latin typeface="Arial" panose="020B0604020202020204" pitchFamily="34" charset="0"/>
              <a:cs typeface="Arial" panose="020B0604020202020204" pitchFamily="34" charset="0"/>
            </a:endParaRPr>
          </a:p>
        </p:txBody>
      </p:sp>
      <p:sp>
        <p:nvSpPr>
          <p:cNvPr id="14" name="Tiêu đề 1"/>
          <p:cNvSpPr txBox="1"/>
          <p:nvPr/>
        </p:nvSpPr>
        <p:spPr>
          <a:xfrm>
            <a:off x="2421291" y="790745"/>
            <a:ext cx="7346367" cy="50850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dirty="0">
                <a:latin typeface="Arial" panose="020B0604020202020204" pitchFamily="34" charset="0"/>
                <a:ea typeface="+mj-lt"/>
                <a:cs typeface="Arial" panose="020B0604020202020204" pitchFamily="34" charset="0"/>
              </a:rPr>
              <a:t>KHOA CÔNG NGHỆ THÔNG TIN</a:t>
            </a:r>
            <a:endParaRPr lang="vi-VN" sz="2800" dirty="0">
              <a:latin typeface="Arial" panose="020B0604020202020204" pitchFamily="34" charset="0"/>
              <a:cs typeface="Arial" panose="020B0604020202020204" pitchFamily="34" charset="0"/>
            </a:endParaRPr>
          </a:p>
        </p:txBody>
      </p:sp>
      <p:sp>
        <p:nvSpPr>
          <p:cNvPr id="6" name="Tiêu đề 1"/>
          <p:cNvSpPr txBox="1"/>
          <p:nvPr/>
        </p:nvSpPr>
        <p:spPr>
          <a:xfrm>
            <a:off x="2565399" y="268251"/>
            <a:ext cx="7346367" cy="508507"/>
          </a:xfrm>
          <a:prstGeom prst="rect">
            <a:avLst/>
          </a:prstGeom>
        </p:spPr>
        <p:txBody>
          <a:bodyPr vert="horz" lIns="91440" tIns="45720" rIns="91440" bIns="45720" rtlCol="0" anchor="b">
            <a:normAutofit fontScale="85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dirty="0">
                <a:latin typeface="Arial" panose="020B0604020202020204" pitchFamily="34" charset="0"/>
                <a:ea typeface="+mj-lt"/>
                <a:cs typeface="Arial" panose="020B0604020202020204" pitchFamily="34" charset="0"/>
              </a:rPr>
              <a:t>TRƯỜNG ĐẠI HỌC CÔNG NGHIỆP TPHCM</a:t>
            </a:r>
            <a:endParaRPr lang="vi-VN" dirty="0">
              <a:latin typeface="Arial" panose="020B0604020202020204" pitchFamily="34" charset="0"/>
              <a:cs typeface="Arial" panose="020B0604020202020204" pitchFamily="34" charset="0"/>
            </a:endParaRPr>
          </a:p>
        </p:txBody>
      </p:sp>
      <p:sp>
        <p:nvSpPr>
          <p:cNvPr id="11" name="Tiêu đề 1"/>
          <p:cNvSpPr txBox="1"/>
          <p:nvPr/>
        </p:nvSpPr>
        <p:spPr>
          <a:xfrm>
            <a:off x="1796450" y="2074123"/>
            <a:ext cx="8596047" cy="54178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000" dirty="0">
                <a:latin typeface="Arial" panose="020B0604020202020204" pitchFamily="34" charset="0"/>
                <a:cs typeface="Arial" panose="020B0604020202020204" pitchFamily="34" charset="0"/>
              </a:rPr>
              <a:t>BÁO CÁO ĐỒ ÁN PHÁT TRIỂN ỨNG DỤNG</a:t>
            </a:r>
            <a:endParaRPr lang="en-US" sz="3000" dirty="0">
              <a:latin typeface="Arial" panose="020B0604020202020204" pitchFamily="34" charset="0"/>
              <a:cs typeface="Arial" panose="020B0604020202020204" pitchFamily="34" charset="0"/>
            </a:endParaRPr>
          </a:p>
        </p:txBody>
      </p:sp>
      <p:sp>
        <p:nvSpPr>
          <p:cNvPr id="15" name="TextBox 14"/>
          <p:cNvSpPr txBox="1"/>
          <p:nvPr/>
        </p:nvSpPr>
        <p:spPr>
          <a:xfrm>
            <a:off x="5638814" y="2676385"/>
            <a:ext cx="1199536" cy="368300"/>
          </a:xfrm>
          <a:prstGeom prst="rect">
            <a:avLst/>
          </a:prstGeom>
          <a:noFill/>
        </p:spPr>
        <p:txBody>
          <a:bodyPr wrap="square">
            <a:spAutoFit/>
          </a:bodyPr>
          <a:lstStyle/>
          <a:p>
            <a:pPr algn="l"/>
            <a:r>
              <a:rPr lang="vi-VN" sz="1800" dirty="0">
                <a:latin typeface="Arial" panose="020B0604020202020204" pitchFamily="34" charset="0"/>
                <a:cs typeface="Arial" panose="020B0604020202020204" pitchFamily="34" charset="0"/>
              </a:rPr>
              <a:t>Nhóm</a:t>
            </a:r>
            <a:r>
              <a:rPr lang="en-US" sz="1800" dirty="0">
                <a:latin typeface="Arial" panose="020B0604020202020204" pitchFamily="34" charset="0"/>
                <a:cs typeface="Arial" panose="020B0604020202020204" pitchFamily="34" charset="0"/>
              </a:rPr>
              <a:t> </a:t>
            </a:r>
            <a:r>
              <a:rPr lang="vi-VN" altLang="en-US" sz="1800" dirty="0">
                <a:latin typeface="Arial" panose="020B0604020202020204" pitchFamily="34" charset="0"/>
                <a:cs typeface="Arial" panose="020B0604020202020204" pitchFamily="34" charset="0"/>
              </a:rPr>
              <a:t>11</a:t>
            </a:r>
            <a:endParaRPr lang="vi-VN" altLang="en-US" sz="1800" dirty="0">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alpha val="35000"/>
          </a:schemeClr>
        </a:solidFill>
        <a:effectLst/>
      </p:bgPr>
    </p:bg>
    <p:spTree>
      <p:nvGrpSpPr>
        <p:cNvPr id="1" name=""/>
        <p:cNvGrpSpPr/>
        <p:nvPr/>
      </p:nvGrpSpPr>
      <p:grpSpPr>
        <a:xfrm>
          <a:off x="0" y="0"/>
          <a:ext cx="0" cy="0"/>
          <a:chOff x="0" y="0"/>
          <a:chExt cx="0" cy="0"/>
        </a:xfrm>
      </p:grpSpPr>
      <p:sp>
        <p:nvSpPr>
          <p:cNvPr id="20" name="Rectangle 19"/>
          <p:cNvSpPr>
            <a:spLocks noGrp="1" noRot="1" noChangeAspect="1" noMove="1" noResize="1" noEditPoints="1" noAdjustHandles="1" noChangeArrowheads="1" noChangeShapeType="1" noTextEdit="1"/>
          </p:cNvSpPr>
          <p:nvPr/>
        </p:nvSpPr>
        <p:spPr>
          <a:xfrm>
            <a:off x="1524"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2" name="Rectangle 21"/>
          <p:cNvSpPr>
            <a:spLocks noGrp="1" noRot="1" noChangeAspect="1" noMove="1" noResize="1" noEditPoints="1" noAdjustHandles="1" noChangeArrowheads="1" noChangeShapeType="1" noTextEdit="1"/>
          </p:cNvSpPr>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4" name="Rectangle 23"/>
          <p:cNvSpPr>
            <a:spLocks noGrp="1" noRot="1" noChangeAspect="1" noMove="1" noResize="1" noEditPoints="1" noAdjustHandles="1" noChangeArrowheads="1" noChangeShapeType="1" noTextEdit="1"/>
          </p:cNvSpPr>
          <p:nvPr/>
        </p:nvSpPr>
        <p:spPr>
          <a:xfrm>
            <a:off x="1478324" y="709375"/>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a:spLocks noGrp="1" noRot="1" noChangeAspect="1" noMove="1" noResize="1" noEditPoints="1" noAdjustHandles="1" noChangeArrowheads="1" noChangeShapeType="1" noTextEdit="1"/>
          </p:cNvSpPr>
          <p:nvPr/>
        </p:nvSpPr>
        <p:spPr>
          <a:xfrm rot="16200000">
            <a:off x="-543451" y="1248213"/>
            <a:ext cx="5413238" cy="4326335"/>
          </a:xfrm>
          <a:prstGeom prst="rect">
            <a:avLst/>
          </a:prstGeom>
          <a:solidFill>
            <a:schemeClr val="accent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04967" y="675564"/>
            <a:ext cx="3609833" cy="5204085"/>
          </a:xfrm>
        </p:spPr>
        <p:txBody>
          <a:bodyPr>
            <a:normAutofit/>
          </a:bodyPr>
          <a:lstStyle/>
          <a:p>
            <a:r>
              <a:rPr lang="en-US">
                <a:latin typeface="Arial" panose="020B0604020202020204" pitchFamily="34" charset="0"/>
                <a:cs typeface="Arial" panose="020B0604020202020204" pitchFamily="34" charset="0"/>
              </a:rPr>
              <a:t>Danh sách thành viên</a:t>
            </a:r>
            <a:endParaRPr lang="en-US">
              <a:latin typeface="Arial" panose="020B0604020202020204" pitchFamily="34" charset="0"/>
              <a:cs typeface="Arial" panose="020B0604020202020204" pitchFamily="34" charset="0"/>
            </a:endParaRPr>
          </a:p>
        </p:txBody>
      </p:sp>
      <p:cxnSp>
        <p:nvCxnSpPr>
          <p:cNvPr id="28" name="Straight Connector 27"/>
          <p:cNvCxnSpPr>
            <a:cxnSpLocks noGrp="1" noRot="1" noChangeAspect="1" noMove="1" noResize="1" noEditPoints="1" noAdjustHandles="1" noChangeArrowheads="1" noChangeShapeType="1"/>
          </p:cNvCxnSpPr>
          <p:nvPr/>
        </p:nvCxnSpPr>
        <p:spPr>
          <a:xfrm flipV="1">
            <a:off x="11365990"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a:cxnSpLocks noGrp="1" noRot="1" noChangeAspect="1" noMove="1" noResize="1" noEditPoints="1" noAdjustHandles="1" noChangeArrowheads="1" noChangeShapeType="1"/>
          </p:cNvCxnSpPr>
          <p:nvPr/>
        </p:nvCxnSpPr>
        <p:spPr>
          <a:xfrm>
            <a:off x="0" y="6118001"/>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15" name="Content Placeholder 14"/>
          <p:cNvGraphicFramePr>
            <a:graphicFrameLocks noGrp="1"/>
          </p:cNvGraphicFramePr>
          <p:nvPr>
            <p:ph idx="1"/>
          </p:nvPr>
        </p:nvGraphicFramePr>
        <p:xfrm>
          <a:off x="4551533" y="1748985"/>
          <a:ext cx="6589260" cy="3371250"/>
        </p:xfrm>
        <a:graphic>
          <a:graphicData uri="http://schemas.openxmlformats.org/drawingml/2006/table">
            <a:tbl>
              <a:tblPr firstRow="1" bandRow="1">
                <a:tableStyleId>{5C22544A-7EE6-4342-B048-85BDC9FD1C3A}</a:tableStyleId>
              </a:tblPr>
              <a:tblGrid>
                <a:gridCol w="4358787"/>
                <a:gridCol w="2230473"/>
              </a:tblGrid>
              <a:tr h="674250">
                <a:tc>
                  <a:txBody>
                    <a:bodyPr/>
                    <a:lstStyle/>
                    <a:p>
                      <a:r>
                        <a:rPr lang="en-US" sz="3000" dirty="0" err="1"/>
                        <a:t>Tên</a:t>
                      </a:r>
                      <a:endParaRPr lang="en-US" sz="3000" dirty="0"/>
                    </a:p>
                  </a:txBody>
                  <a:tcPr marL="153239" marR="153239" marT="76619" marB="76619"/>
                </a:tc>
                <a:tc>
                  <a:txBody>
                    <a:bodyPr/>
                    <a:lstStyle/>
                    <a:p>
                      <a:r>
                        <a:rPr lang="en-US" sz="3000"/>
                        <a:t>MSSV</a:t>
                      </a:r>
                      <a:endParaRPr lang="en-US" sz="3000"/>
                    </a:p>
                  </a:txBody>
                  <a:tcPr marL="153239" marR="153239" marT="76619" marB="76619"/>
                </a:tc>
              </a:tr>
              <a:tr h="674250">
                <a:tc>
                  <a:txBody>
                    <a:bodyPr/>
                    <a:lstStyle/>
                    <a:p>
                      <a:r>
                        <a:rPr lang="en-US" altLang="en-US" sz="3000"/>
                        <a:t>Hoa Thành An </a:t>
                      </a:r>
                      <a:endParaRPr lang="en-US" altLang="en-US" sz="3000"/>
                    </a:p>
                  </a:txBody>
                  <a:tcPr marL="153239" marR="153239" marT="76619" marB="76619"/>
                </a:tc>
                <a:tc>
                  <a:txBody>
                    <a:bodyPr/>
                    <a:lstStyle/>
                    <a:p>
                      <a:r>
                        <a:rPr lang="en-US" altLang="en-US" sz="3000">
                          <a:sym typeface="+mn-ea"/>
                        </a:rPr>
                        <a:t>22662771 </a:t>
                      </a:r>
                      <a:endParaRPr lang="en-US" sz="3000"/>
                    </a:p>
                  </a:txBody>
                  <a:tcPr marL="153239" marR="153239" marT="76619" marB="76619"/>
                </a:tc>
              </a:tr>
              <a:tr h="674250">
                <a:tc>
                  <a:txBody>
                    <a:bodyPr/>
                    <a:lstStyle/>
                    <a:p>
                      <a:r>
                        <a:rPr lang="en-US" altLang="en-US" sz="3000"/>
                        <a:t>Nguyễn Hoàng Bảo </a:t>
                      </a:r>
                      <a:endParaRPr lang="en-US" altLang="en-US" sz="3000"/>
                    </a:p>
                  </a:txBody>
                  <a:tcPr marL="153239" marR="153239" marT="76619" marB="76619"/>
                </a:tc>
                <a:tc>
                  <a:txBody>
                    <a:bodyPr/>
                    <a:lstStyle/>
                    <a:p>
                      <a:r>
                        <a:rPr lang="en-US" altLang="en-US" sz="3000">
                          <a:sym typeface="+mn-ea"/>
                        </a:rPr>
                        <a:t>22667911</a:t>
                      </a:r>
                      <a:endParaRPr lang="en-US" sz="3000"/>
                    </a:p>
                  </a:txBody>
                  <a:tcPr marL="153239" marR="153239" marT="76619" marB="76619"/>
                </a:tc>
              </a:tr>
              <a:tr h="674250">
                <a:tc>
                  <a:txBody>
                    <a:bodyPr/>
                    <a:lstStyle/>
                    <a:p>
                      <a:r>
                        <a:rPr lang="en-US" altLang="en-US" sz="3000"/>
                        <a:t>Hồ Minh H</a:t>
                      </a:r>
                      <a:r>
                        <a:rPr lang="en-US" altLang="en-US" sz="3000"/>
                        <a:t>ư</a:t>
                      </a:r>
                      <a:r>
                        <a:rPr lang="en-US" altLang="en-US" sz="3000"/>
                        <a:t>ng </a:t>
                      </a:r>
                      <a:endParaRPr lang="en-US" altLang="en-US" sz="3000"/>
                    </a:p>
                  </a:txBody>
                  <a:tcPr marL="153239" marR="153239" marT="76619" marB="76619"/>
                </a:tc>
                <a:tc>
                  <a:txBody>
                    <a:bodyPr/>
                    <a:lstStyle/>
                    <a:p>
                      <a:r>
                        <a:rPr lang="en-US" altLang="en-US" sz="3000">
                          <a:sym typeface="+mn-ea"/>
                        </a:rPr>
                        <a:t>22666391</a:t>
                      </a:r>
                      <a:endParaRPr lang="en-US" sz="3000"/>
                    </a:p>
                  </a:txBody>
                  <a:tcPr marL="153239" marR="153239" marT="76619" marB="76619"/>
                </a:tc>
              </a:tr>
              <a:tr h="674250">
                <a:tc>
                  <a:txBody>
                    <a:bodyPr/>
                    <a:lstStyle/>
                    <a:p>
                      <a:r>
                        <a:rPr lang="en-US" altLang="en-US" sz="3000" dirty="0"/>
                        <a:t>Huỳnh Nhật Hoàng </a:t>
                      </a:r>
                      <a:endParaRPr lang="en-US" altLang="en-US" sz="3000" dirty="0"/>
                    </a:p>
                  </a:txBody>
                  <a:tcPr marL="153239" marR="153239" marT="76619" marB="76619"/>
                </a:tc>
                <a:tc>
                  <a:txBody>
                    <a:bodyPr/>
                    <a:lstStyle/>
                    <a:p>
                      <a:r>
                        <a:rPr lang="en-US" altLang="en-US" sz="3000" dirty="0">
                          <a:sym typeface="+mn-ea"/>
                        </a:rPr>
                        <a:t>22667391</a:t>
                      </a:r>
                      <a:endParaRPr lang="en-US" sz="3000" dirty="0"/>
                    </a:p>
                  </a:txBody>
                  <a:tcPr marL="153239" marR="153239" marT="76619" marB="76619"/>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alpha val="35000"/>
          </a:schemeClr>
        </a:solidFill>
        <a:effectLst/>
      </p:bgPr>
    </p:bg>
    <p:spTree>
      <p:nvGrpSpPr>
        <p:cNvPr id="1" name=""/>
        <p:cNvGrpSpPr/>
        <p:nvPr/>
      </p:nvGrpSpPr>
      <p:grpSpPr>
        <a:xfrm>
          <a:off x="0" y="0"/>
          <a:ext cx="0" cy="0"/>
          <a:chOff x="0" y="0"/>
          <a:chExt cx="0" cy="0"/>
        </a:xfrm>
      </p:grpSpPr>
      <p:sp>
        <p:nvSpPr>
          <p:cNvPr id="20" name="Rectangle 19"/>
          <p:cNvSpPr>
            <a:spLocks noGrp="1" noRot="1" noChangeAspect="1" noMove="1" noResize="1" noEditPoints="1" noAdjustHandles="1" noChangeArrowheads="1" noChangeShapeType="1" noTextEdit="1"/>
          </p:cNvSpPr>
          <p:nvPr/>
        </p:nvSpPr>
        <p:spPr>
          <a:xfrm>
            <a:off x="1524"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2" name="Rectangle 21"/>
          <p:cNvSpPr>
            <a:spLocks noGrp="1" noRot="1" noChangeAspect="1" noMove="1" noResize="1" noEditPoints="1" noAdjustHandles="1" noChangeArrowheads="1" noChangeShapeType="1" noTextEdit="1"/>
          </p:cNvSpPr>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4" name="Rectangle 23"/>
          <p:cNvSpPr>
            <a:spLocks noGrp="1" noRot="1" noChangeAspect="1" noMove="1" noResize="1" noEditPoints="1" noAdjustHandles="1" noChangeArrowheads="1" noChangeShapeType="1" noTextEdit="1"/>
          </p:cNvSpPr>
          <p:nvPr/>
        </p:nvSpPr>
        <p:spPr>
          <a:xfrm>
            <a:off x="1478324" y="709375"/>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a:spLocks noGrp="1" noRot="1" noChangeAspect="1" noMove="1" noResize="1" noEditPoints="1" noAdjustHandles="1" noChangeArrowheads="1" noChangeShapeType="1" noTextEdit="1"/>
          </p:cNvSpPr>
          <p:nvPr/>
        </p:nvSpPr>
        <p:spPr>
          <a:xfrm rot="16200000">
            <a:off x="-543451" y="1248213"/>
            <a:ext cx="5413238" cy="4326335"/>
          </a:xfrm>
          <a:prstGeom prst="rect">
            <a:avLst/>
          </a:prstGeom>
          <a:solidFill>
            <a:schemeClr val="accent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04967" y="675564"/>
            <a:ext cx="3609833" cy="5204085"/>
          </a:xfrm>
        </p:spPr>
        <p:txBody>
          <a:bodyPr>
            <a:normAutofit/>
          </a:bodyPr>
          <a:lstStyle/>
          <a:p>
            <a:r>
              <a:rPr lang="en-US" dirty="0" err="1">
                <a:latin typeface="Arial" panose="020B0604020202020204" pitchFamily="34" charset="0"/>
                <a:cs typeface="Arial" panose="020B0604020202020204" pitchFamily="34" charset="0"/>
              </a:rPr>
              <a:t>Nội</a:t>
            </a:r>
            <a:r>
              <a:rPr lang="en-US" dirty="0">
                <a:latin typeface="Arial" panose="020B0604020202020204" pitchFamily="34" charset="0"/>
                <a:cs typeface="Arial" panose="020B0604020202020204" pitchFamily="34" charset="0"/>
              </a:rPr>
              <a:t> dung</a:t>
            </a:r>
            <a:endParaRPr lang="en-US" dirty="0">
              <a:latin typeface="Arial" panose="020B0604020202020204" pitchFamily="34" charset="0"/>
              <a:cs typeface="Arial" panose="020B0604020202020204" pitchFamily="34" charset="0"/>
            </a:endParaRPr>
          </a:p>
        </p:txBody>
      </p:sp>
      <p:cxnSp>
        <p:nvCxnSpPr>
          <p:cNvPr id="28" name="Straight Connector 27"/>
          <p:cNvCxnSpPr>
            <a:cxnSpLocks noGrp="1" noRot="1" noChangeAspect="1" noMove="1" noResize="1" noEditPoints="1" noAdjustHandles="1" noChangeArrowheads="1" noChangeShapeType="1"/>
          </p:cNvCxnSpPr>
          <p:nvPr/>
        </p:nvCxnSpPr>
        <p:spPr>
          <a:xfrm flipV="1">
            <a:off x="11365990"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a:cxnSpLocks noGrp="1" noRot="1" noChangeAspect="1" noMove="1" noResize="1" noEditPoints="1" noAdjustHandles="1" noChangeArrowheads="1" noChangeShapeType="1"/>
          </p:cNvCxnSpPr>
          <p:nvPr/>
        </p:nvCxnSpPr>
        <p:spPr>
          <a:xfrm>
            <a:off x="0" y="6118001"/>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4829779" y="532156"/>
            <a:ext cx="5586938" cy="722215"/>
            <a:chOff x="349376" y="47167"/>
            <a:chExt cx="5586938" cy="722215"/>
          </a:xfrm>
        </p:grpSpPr>
        <p:sp>
          <p:nvSpPr>
            <p:cNvPr id="29" name="Rectangle 28"/>
            <p:cNvSpPr/>
            <p:nvPr/>
          </p:nvSpPr>
          <p:spPr>
            <a:xfrm>
              <a:off x="349376" y="47167"/>
              <a:ext cx="5586938" cy="722215"/>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latin typeface="Arial" panose="020B0604020202020204" pitchFamily="34" charset="0"/>
                <a:cs typeface="Arial" panose="020B0604020202020204" pitchFamily="34" charset="0"/>
              </a:endParaRPr>
            </a:p>
          </p:txBody>
        </p:sp>
        <p:sp>
          <p:nvSpPr>
            <p:cNvPr id="31" name="TextBox 30"/>
            <p:cNvSpPr txBox="1"/>
            <p:nvPr/>
          </p:nvSpPr>
          <p:spPr>
            <a:xfrm>
              <a:off x="349376" y="47167"/>
              <a:ext cx="5586938" cy="7222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73259" tIns="93980" rIns="93980" bIns="93980" numCol="1" spcCol="1270" anchor="ctr" anchorCtr="0">
              <a:noAutofit/>
            </a:bodyPr>
            <a:lstStyle/>
            <a:p>
              <a:pPr marL="0" lvl="0" indent="0" algn="l" defTabSz="1644650">
                <a:lnSpc>
                  <a:spcPct val="90000"/>
                </a:lnSpc>
                <a:spcBef>
                  <a:spcPct val="0"/>
                </a:spcBef>
                <a:spcAft>
                  <a:spcPct val="35000"/>
                </a:spcAft>
                <a:buNone/>
              </a:pPr>
              <a:r>
                <a:rPr lang="en-US" sz="3700" kern="1200" dirty="0">
                  <a:latin typeface="Arial" panose="020B0604020202020204" pitchFamily="34" charset="0"/>
                  <a:cs typeface="Arial" panose="020B0604020202020204" pitchFamily="34" charset="0"/>
                </a:rPr>
                <a:t> </a:t>
              </a:r>
              <a:r>
                <a:rPr lang="en-US" sz="3700" kern="1200" dirty="0" err="1">
                  <a:latin typeface="Arial" panose="020B0604020202020204" pitchFamily="34" charset="0"/>
                  <a:cs typeface="Arial" panose="020B0604020202020204" pitchFamily="34" charset="0"/>
                </a:rPr>
                <a:t>Tổng</a:t>
              </a:r>
              <a:r>
                <a:rPr lang="en-US" sz="3700" kern="1200" dirty="0">
                  <a:latin typeface="Arial" panose="020B0604020202020204" pitchFamily="34" charset="0"/>
                  <a:cs typeface="Arial" panose="020B0604020202020204" pitchFamily="34" charset="0"/>
                </a:rPr>
                <a:t> </a:t>
              </a:r>
              <a:r>
                <a:rPr lang="en-US" sz="3700" kern="1200" dirty="0" err="1">
                  <a:latin typeface="Arial" panose="020B0604020202020204" pitchFamily="34" charset="0"/>
                  <a:cs typeface="Arial" panose="020B0604020202020204" pitchFamily="34" charset="0"/>
                </a:rPr>
                <a:t>quan</a:t>
              </a:r>
              <a:endParaRPr lang="en-US" sz="3700" kern="1200" dirty="0">
                <a:latin typeface="Arial" panose="020B0604020202020204" pitchFamily="34" charset="0"/>
                <a:cs typeface="Arial" panose="020B0604020202020204" pitchFamily="34" charset="0"/>
              </a:endParaRPr>
            </a:p>
          </p:txBody>
        </p:sp>
      </p:grpSp>
      <p:sp>
        <p:nvSpPr>
          <p:cNvPr id="32" name="Oval 31"/>
          <p:cNvSpPr/>
          <p:nvPr/>
        </p:nvSpPr>
        <p:spPr>
          <a:xfrm>
            <a:off x="4480403" y="484989"/>
            <a:ext cx="902769" cy="902769"/>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endParaRPr lang="en-US"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37" name="Rectangle 36"/>
          <p:cNvSpPr/>
          <p:nvPr/>
        </p:nvSpPr>
        <p:spPr>
          <a:xfrm>
            <a:off x="4631239" y="493909"/>
            <a:ext cx="569388" cy="923330"/>
          </a:xfrm>
          <a:prstGeom prst="rect">
            <a:avLst/>
          </a:prstGeom>
          <a:noFill/>
        </p:spPr>
        <p:txBody>
          <a:bodyPr wrap="none" lIns="91440" tIns="45720" rIns="91440" bIns="45720">
            <a:spAutoFit/>
          </a:bodyPr>
          <a:lstStyle/>
          <a:p>
            <a:pPr algn="ctr"/>
            <a:r>
              <a:rPr lang="en-US" sz="5400" b="0"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1</a:t>
            </a:r>
            <a:endParaRPr lang="en-US" sz="5400" b="0"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p:txBody>
      </p:sp>
      <p:grpSp>
        <p:nvGrpSpPr>
          <p:cNvPr id="38" name="Group 37"/>
          <p:cNvGrpSpPr/>
          <p:nvPr/>
        </p:nvGrpSpPr>
        <p:grpSpPr>
          <a:xfrm>
            <a:off x="4838548" y="1491213"/>
            <a:ext cx="5586938" cy="722215"/>
            <a:chOff x="349376" y="47167"/>
            <a:chExt cx="5586938" cy="722215"/>
          </a:xfrm>
        </p:grpSpPr>
        <p:sp>
          <p:nvSpPr>
            <p:cNvPr id="39" name="Rectangle 38"/>
            <p:cNvSpPr/>
            <p:nvPr/>
          </p:nvSpPr>
          <p:spPr>
            <a:xfrm>
              <a:off x="349376" y="47167"/>
              <a:ext cx="5586938" cy="722215"/>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latin typeface="Arial" panose="020B0604020202020204" pitchFamily="34" charset="0"/>
                <a:cs typeface="Arial" panose="020B0604020202020204" pitchFamily="34" charset="0"/>
              </a:endParaRPr>
            </a:p>
          </p:txBody>
        </p:sp>
        <p:sp>
          <p:nvSpPr>
            <p:cNvPr id="40" name="TextBox 39"/>
            <p:cNvSpPr txBox="1"/>
            <p:nvPr/>
          </p:nvSpPr>
          <p:spPr>
            <a:xfrm>
              <a:off x="349376" y="47167"/>
              <a:ext cx="5586938" cy="7222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73259" tIns="93980" rIns="93980" bIns="93980" numCol="1" spcCol="1270" anchor="ctr" anchorCtr="0">
              <a:noAutofit/>
            </a:bodyPr>
            <a:lstStyle/>
            <a:p>
              <a:pPr defTabSz="1644650">
                <a:lnSpc>
                  <a:spcPct val="90000"/>
                </a:lnSpc>
                <a:spcBef>
                  <a:spcPct val="0"/>
                </a:spcBef>
                <a:spcAft>
                  <a:spcPct val="35000"/>
                </a:spcAft>
              </a:pPr>
              <a:r>
                <a:rPr lang="en-US" sz="3700" kern="1200" dirty="0">
                  <a:latin typeface="Arial" panose="020B0604020202020204" pitchFamily="34" charset="0"/>
                  <a:cs typeface="Arial" panose="020B0604020202020204" pitchFamily="34" charset="0"/>
                </a:rPr>
                <a:t> </a:t>
              </a:r>
              <a:r>
                <a:rPr lang="en-US" sz="4000" dirty="0" err="1">
                  <a:latin typeface="Arial" panose="020B0604020202020204" pitchFamily="34" charset="0"/>
                  <a:cs typeface="Arial" panose="020B0604020202020204" pitchFamily="34" charset="0"/>
                </a:rPr>
                <a:t>Phân</a:t>
              </a:r>
              <a:r>
                <a:rPr lang="en-US" sz="4000" dirty="0">
                  <a:latin typeface="Arial" panose="020B0604020202020204" pitchFamily="34" charset="0"/>
                  <a:cs typeface="Arial" panose="020B0604020202020204" pitchFamily="34" charset="0"/>
                </a:rPr>
                <a:t> </a:t>
              </a:r>
              <a:r>
                <a:rPr lang="en-US" sz="4000" dirty="0" err="1">
                  <a:latin typeface="Arial" panose="020B0604020202020204" pitchFamily="34" charset="0"/>
                  <a:cs typeface="Arial" panose="020B0604020202020204" pitchFamily="34" charset="0"/>
                </a:rPr>
                <a:t>tích</a:t>
              </a:r>
              <a:r>
                <a:rPr lang="en-US" sz="4000" dirty="0">
                  <a:latin typeface="Arial" panose="020B0604020202020204" pitchFamily="34" charset="0"/>
                  <a:cs typeface="Arial" panose="020B0604020202020204" pitchFamily="34" charset="0"/>
                </a:rPr>
                <a:t> &amp; </a:t>
              </a:r>
              <a:r>
                <a:rPr lang="en-US" sz="4000" dirty="0" err="1">
                  <a:latin typeface="Arial" panose="020B0604020202020204" pitchFamily="34" charset="0"/>
                  <a:cs typeface="Arial" panose="020B0604020202020204" pitchFamily="34" charset="0"/>
                </a:rPr>
                <a:t>thiết</a:t>
              </a:r>
              <a:r>
                <a:rPr lang="en-US" sz="4000" dirty="0">
                  <a:latin typeface="Arial" panose="020B0604020202020204" pitchFamily="34" charset="0"/>
                  <a:cs typeface="Arial" panose="020B0604020202020204" pitchFamily="34" charset="0"/>
                </a:rPr>
                <a:t> </a:t>
              </a:r>
              <a:r>
                <a:rPr lang="en-US" sz="4000" dirty="0" err="1">
                  <a:latin typeface="Arial" panose="020B0604020202020204" pitchFamily="34" charset="0"/>
                  <a:cs typeface="Arial" panose="020B0604020202020204" pitchFamily="34" charset="0"/>
                </a:rPr>
                <a:t>kế</a:t>
              </a:r>
              <a:endParaRPr lang="en-US" sz="4000" dirty="0">
                <a:latin typeface="Arial" panose="020B0604020202020204" pitchFamily="34" charset="0"/>
                <a:cs typeface="Arial" panose="020B0604020202020204" pitchFamily="34" charset="0"/>
              </a:endParaRPr>
            </a:p>
          </p:txBody>
        </p:sp>
      </p:grpSp>
      <p:sp>
        <p:nvSpPr>
          <p:cNvPr id="41" name="Oval 40"/>
          <p:cNvSpPr/>
          <p:nvPr/>
        </p:nvSpPr>
        <p:spPr>
          <a:xfrm>
            <a:off x="4489172" y="1444046"/>
            <a:ext cx="902769" cy="902769"/>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endParaRPr lang="en-US"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42" name="Rectangle 41"/>
          <p:cNvSpPr/>
          <p:nvPr/>
        </p:nvSpPr>
        <p:spPr>
          <a:xfrm>
            <a:off x="4640007" y="1452966"/>
            <a:ext cx="569388" cy="923330"/>
          </a:xfrm>
          <a:prstGeom prst="rect">
            <a:avLst/>
          </a:prstGeom>
          <a:noFill/>
        </p:spPr>
        <p:txBody>
          <a:bodyPr wrap="none" lIns="91440" tIns="45720" rIns="91440" bIns="45720">
            <a:spAutoFit/>
          </a:bodyPr>
          <a:lstStyle/>
          <a:p>
            <a:pPr algn="ctr"/>
            <a:r>
              <a:rPr lang="en-US" sz="540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2</a:t>
            </a:r>
            <a:endParaRPr lang="en-US" sz="5400" b="0"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p:txBody>
      </p:sp>
      <p:grpSp>
        <p:nvGrpSpPr>
          <p:cNvPr id="43" name="Group 42"/>
          <p:cNvGrpSpPr/>
          <p:nvPr/>
        </p:nvGrpSpPr>
        <p:grpSpPr>
          <a:xfrm>
            <a:off x="4700708" y="2484921"/>
            <a:ext cx="5779789" cy="722215"/>
            <a:chOff x="156525" y="47167"/>
            <a:chExt cx="5779789" cy="722215"/>
          </a:xfrm>
        </p:grpSpPr>
        <p:sp>
          <p:nvSpPr>
            <p:cNvPr id="44" name="Rectangle 43"/>
            <p:cNvSpPr/>
            <p:nvPr/>
          </p:nvSpPr>
          <p:spPr>
            <a:xfrm>
              <a:off x="349376" y="47167"/>
              <a:ext cx="5586938" cy="722215"/>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latin typeface="Arial" panose="020B0604020202020204" pitchFamily="34" charset="0"/>
                <a:cs typeface="Arial" panose="020B0604020202020204" pitchFamily="34" charset="0"/>
              </a:endParaRPr>
            </a:p>
          </p:txBody>
        </p:sp>
        <p:sp>
          <p:nvSpPr>
            <p:cNvPr id="45" name="TextBox 44"/>
            <p:cNvSpPr txBox="1"/>
            <p:nvPr/>
          </p:nvSpPr>
          <p:spPr>
            <a:xfrm>
              <a:off x="156525" y="47167"/>
              <a:ext cx="5779789" cy="7222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73259" tIns="93980" rIns="93980" bIns="93980" numCol="1" spcCol="1270" anchor="ctr" anchorCtr="0">
              <a:noAutofit/>
            </a:bodyPr>
            <a:lstStyle/>
            <a:p>
              <a:pPr defTabSz="1644650">
                <a:lnSpc>
                  <a:spcPct val="90000"/>
                </a:lnSpc>
                <a:spcBef>
                  <a:spcPct val="0"/>
                </a:spcBef>
                <a:spcAft>
                  <a:spcPct val="35000"/>
                </a:spcAft>
              </a:pPr>
              <a:r>
                <a:rPr lang="en-US" sz="3700" kern="1200" dirty="0">
                  <a:latin typeface="Arial" panose="020B0604020202020204" pitchFamily="34" charset="0"/>
                  <a:cs typeface="Arial" panose="020B0604020202020204" pitchFamily="34" charset="0"/>
                </a:rPr>
                <a:t> </a:t>
              </a:r>
              <a:r>
                <a:rPr lang="en-US" sz="4000" dirty="0" err="1">
                  <a:latin typeface="Arial" panose="020B0604020202020204" pitchFamily="34" charset="0"/>
                  <a:cs typeface="Arial" panose="020B0604020202020204" pitchFamily="34" charset="0"/>
                </a:rPr>
                <a:t>Giải</a:t>
              </a:r>
              <a:r>
                <a:rPr lang="en-US" sz="4000" dirty="0">
                  <a:latin typeface="Arial" panose="020B0604020202020204" pitchFamily="34" charset="0"/>
                  <a:cs typeface="Arial" panose="020B0604020202020204" pitchFamily="34" charset="0"/>
                </a:rPr>
                <a:t> </a:t>
              </a:r>
              <a:r>
                <a:rPr lang="en-US" sz="4000" dirty="0" err="1">
                  <a:latin typeface="Arial" panose="020B0604020202020204" pitchFamily="34" charset="0"/>
                  <a:cs typeface="Arial" panose="020B0604020202020204" pitchFamily="34" charset="0"/>
                </a:rPr>
                <a:t>pháp</a:t>
              </a:r>
              <a:r>
                <a:rPr lang="en-US" sz="4000" dirty="0">
                  <a:latin typeface="Arial" panose="020B0604020202020204" pitchFamily="34" charset="0"/>
                  <a:cs typeface="Arial" panose="020B0604020202020204" pitchFamily="34" charset="0"/>
                </a:rPr>
                <a:t> &amp; </a:t>
              </a:r>
              <a:r>
                <a:rPr lang="en-US" sz="4000" dirty="0" err="1">
                  <a:latin typeface="Arial" panose="020B0604020202020204" pitchFamily="34" charset="0"/>
                  <a:cs typeface="Arial" panose="020B0604020202020204" pitchFamily="34" charset="0"/>
                </a:rPr>
                <a:t>hiện</a:t>
              </a:r>
              <a:r>
                <a:rPr lang="en-US" sz="4000" dirty="0">
                  <a:latin typeface="Arial" panose="020B0604020202020204" pitchFamily="34" charset="0"/>
                  <a:cs typeface="Arial" panose="020B0604020202020204" pitchFamily="34" charset="0"/>
                </a:rPr>
                <a:t> </a:t>
              </a:r>
              <a:r>
                <a:rPr lang="en-US" sz="4000" dirty="0" err="1">
                  <a:latin typeface="Arial" panose="020B0604020202020204" pitchFamily="34" charset="0"/>
                  <a:cs typeface="Arial" panose="020B0604020202020204" pitchFamily="34" charset="0"/>
                </a:rPr>
                <a:t>thực</a:t>
              </a:r>
              <a:endParaRPr lang="en-US" sz="4000" dirty="0">
                <a:latin typeface="Arial" panose="020B0604020202020204" pitchFamily="34" charset="0"/>
                <a:cs typeface="Arial" panose="020B0604020202020204" pitchFamily="34" charset="0"/>
              </a:endParaRPr>
            </a:p>
          </p:txBody>
        </p:sp>
      </p:grpSp>
      <p:sp>
        <p:nvSpPr>
          <p:cNvPr id="46" name="Oval 45"/>
          <p:cNvSpPr/>
          <p:nvPr/>
        </p:nvSpPr>
        <p:spPr>
          <a:xfrm>
            <a:off x="4489172" y="2437766"/>
            <a:ext cx="902769" cy="902769"/>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endParaRPr lang="en-US"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47" name="Rectangle 46"/>
          <p:cNvSpPr/>
          <p:nvPr/>
        </p:nvSpPr>
        <p:spPr>
          <a:xfrm>
            <a:off x="4638917" y="2437802"/>
            <a:ext cx="569388" cy="923330"/>
          </a:xfrm>
          <a:prstGeom prst="rect">
            <a:avLst/>
          </a:prstGeom>
          <a:noFill/>
        </p:spPr>
        <p:txBody>
          <a:bodyPr wrap="none" lIns="91440" tIns="45720" rIns="91440" bIns="45720">
            <a:spAutoFit/>
          </a:bodyPr>
          <a:lstStyle/>
          <a:p>
            <a:pPr algn="ctr"/>
            <a:r>
              <a:rPr lang="en-US" sz="540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3</a:t>
            </a:r>
            <a:endParaRPr lang="en-US" sz="5400" b="0"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p:txBody>
      </p:sp>
      <p:grpSp>
        <p:nvGrpSpPr>
          <p:cNvPr id="53" name="Group 52"/>
          <p:cNvGrpSpPr/>
          <p:nvPr/>
        </p:nvGrpSpPr>
        <p:grpSpPr>
          <a:xfrm>
            <a:off x="4827732" y="3384355"/>
            <a:ext cx="5586938" cy="722215"/>
            <a:chOff x="349376" y="47167"/>
            <a:chExt cx="5586938" cy="722215"/>
          </a:xfrm>
        </p:grpSpPr>
        <p:sp>
          <p:nvSpPr>
            <p:cNvPr id="54" name="Rectangle 53"/>
            <p:cNvSpPr/>
            <p:nvPr/>
          </p:nvSpPr>
          <p:spPr>
            <a:xfrm>
              <a:off x="349376" y="47167"/>
              <a:ext cx="5586938" cy="722215"/>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latin typeface="Arial" panose="020B0604020202020204" pitchFamily="34" charset="0"/>
                <a:cs typeface="Arial" panose="020B0604020202020204" pitchFamily="34" charset="0"/>
              </a:endParaRPr>
            </a:p>
          </p:txBody>
        </p:sp>
        <p:sp>
          <p:nvSpPr>
            <p:cNvPr id="55" name="TextBox 54"/>
            <p:cNvSpPr txBox="1"/>
            <p:nvPr/>
          </p:nvSpPr>
          <p:spPr>
            <a:xfrm>
              <a:off x="349376" y="47167"/>
              <a:ext cx="5586938" cy="7222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73259" tIns="93980" rIns="93980" bIns="93980" numCol="1" spcCol="1270" anchor="ctr" anchorCtr="0">
              <a:noAutofit/>
            </a:bodyPr>
            <a:lstStyle/>
            <a:p>
              <a:pPr defTabSz="1644650">
                <a:lnSpc>
                  <a:spcPct val="90000"/>
                </a:lnSpc>
                <a:spcBef>
                  <a:spcPct val="0"/>
                </a:spcBef>
                <a:spcAft>
                  <a:spcPct val="35000"/>
                </a:spcAft>
              </a:pPr>
              <a:r>
                <a:rPr lang="en-US" sz="3700" kern="1200" dirty="0">
                  <a:latin typeface="Arial" panose="020B0604020202020204" pitchFamily="34" charset="0"/>
                  <a:cs typeface="Arial" panose="020B0604020202020204" pitchFamily="34" charset="0"/>
                </a:rPr>
                <a:t> </a:t>
              </a:r>
              <a:r>
                <a:rPr lang="en-US" sz="4000" dirty="0" err="1">
                  <a:latin typeface="Arial" panose="020B0604020202020204" pitchFamily="34" charset="0"/>
                  <a:cs typeface="Arial" panose="020B0604020202020204" pitchFamily="34" charset="0"/>
                </a:rPr>
                <a:t>Kiểm</a:t>
              </a:r>
              <a:r>
                <a:rPr lang="en-US" sz="4000" dirty="0">
                  <a:latin typeface="Arial" panose="020B0604020202020204" pitchFamily="34" charset="0"/>
                  <a:cs typeface="Arial" panose="020B0604020202020204" pitchFamily="34" charset="0"/>
                </a:rPr>
                <a:t> </a:t>
              </a:r>
              <a:r>
                <a:rPr lang="en-US" sz="4000" dirty="0" err="1">
                  <a:latin typeface="Arial" panose="020B0604020202020204" pitchFamily="34" charset="0"/>
                  <a:cs typeface="Arial" panose="020B0604020202020204" pitchFamily="34" charset="0"/>
                </a:rPr>
                <a:t>khử</a:t>
              </a:r>
              <a:endParaRPr lang="en-US" sz="4000" dirty="0">
                <a:latin typeface="Arial" panose="020B0604020202020204" pitchFamily="34" charset="0"/>
                <a:cs typeface="Arial" panose="020B0604020202020204" pitchFamily="34" charset="0"/>
              </a:endParaRPr>
            </a:p>
          </p:txBody>
        </p:sp>
      </p:grpSp>
      <p:sp>
        <p:nvSpPr>
          <p:cNvPr id="56" name="Oval 55"/>
          <p:cNvSpPr/>
          <p:nvPr/>
        </p:nvSpPr>
        <p:spPr>
          <a:xfrm>
            <a:off x="4479313" y="3340772"/>
            <a:ext cx="902769" cy="902769"/>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endParaRPr lang="en-US"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57" name="Rectangle 56"/>
          <p:cNvSpPr/>
          <p:nvPr/>
        </p:nvSpPr>
        <p:spPr>
          <a:xfrm>
            <a:off x="4630148" y="3349692"/>
            <a:ext cx="569388" cy="923330"/>
          </a:xfrm>
          <a:prstGeom prst="rect">
            <a:avLst/>
          </a:prstGeom>
          <a:noFill/>
        </p:spPr>
        <p:txBody>
          <a:bodyPr wrap="none" lIns="91440" tIns="45720" rIns="91440" bIns="45720">
            <a:spAutoFit/>
          </a:bodyPr>
          <a:lstStyle/>
          <a:p>
            <a:pPr algn="ctr"/>
            <a:r>
              <a:rPr lang="en-US" sz="540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4</a:t>
            </a:r>
            <a:endParaRPr lang="en-US" sz="5400" b="0"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p:txBody>
      </p:sp>
      <p:grpSp>
        <p:nvGrpSpPr>
          <p:cNvPr id="58" name="Group 57"/>
          <p:cNvGrpSpPr/>
          <p:nvPr/>
        </p:nvGrpSpPr>
        <p:grpSpPr>
          <a:xfrm>
            <a:off x="4827732" y="4321164"/>
            <a:ext cx="5586938" cy="722215"/>
            <a:chOff x="349376" y="47167"/>
            <a:chExt cx="5586938" cy="722215"/>
          </a:xfrm>
        </p:grpSpPr>
        <p:sp>
          <p:nvSpPr>
            <p:cNvPr id="59" name="Rectangle 58"/>
            <p:cNvSpPr/>
            <p:nvPr/>
          </p:nvSpPr>
          <p:spPr>
            <a:xfrm>
              <a:off x="349376" y="47167"/>
              <a:ext cx="5586938" cy="722215"/>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latin typeface="Arial" panose="020B0604020202020204" pitchFamily="34" charset="0"/>
                <a:cs typeface="Arial" panose="020B0604020202020204" pitchFamily="34" charset="0"/>
              </a:endParaRPr>
            </a:p>
          </p:txBody>
        </p:sp>
        <p:sp>
          <p:nvSpPr>
            <p:cNvPr id="60" name="TextBox 59"/>
            <p:cNvSpPr txBox="1"/>
            <p:nvPr/>
          </p:nvSpPr>
          <p:spPr>
            <a:xfrm>
              <a:off x="349376" y="47167"/>
              <a:ext cx="5586938" cy="7222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73259" tIns="93980" rIns="93980" bIns="93980" numCol="1" spcCol="1270" anchor="ctr" anchorCtr="0">
              <a:noAutofit/>
            </a:bodyPr>
            <a:lstStyle/>
            <a:p>
              <a:pPr marL="0" lvl="0" indent="0" algn="l" defTabSz="1644650">
                <a:lnSpc>
                  <a:spcPct val="90000"/>
                </a:lnSpc>
                <a:spcBef>
                  <a:spcPct val="0"/>
                </a:spcBef>
                <a:spcAft>
                  <a:spcPct val="35000"/>
                </a:spcAft>
                <a:buNone/>
              </a:pPr>
              <a:r>
                <a:rPr lang="en-US" sz="3700" kern="1200" dirty="0">
                  <a:latin typeface="Arial" panose="020B0604020202020204" pitchFamily="34" charset="0"/>
                  <a:cs typeface="Arial" panose="020B0604020202020204" pitchFamily="34" charset="0"/>
                </a:rPr>
                <a:t> </a:t>
              </a:r>
              <a:r>
                <a:rPr lang="en-US" sz="3700" kern="1200" dirty="0" err="1">
                  <a:latin typeface="Arial" panose="020B0604020202020204" pitchFamily="34" charset="0"/>
                  <a:cs typeface="Arial" panose="020B0604020202020204" pitchFamily="34" charset="0"/>
                </a:rPr>
                <a:t>Kết</a:t>
              </a:r>
              <a:r>
                <a:rPr lang="en-US" sz="3700" kern="1200" dirty="0">
                  <a:latin typeface="Arial" panose="020B0604020202020204" pitchFamily="34" charset="0"/>
                  <a:cs typeface="Arial" panose="020B0604020202020204" pitchFamily="34" charset="0"/>
                </a:rPr>
                <a:t> </a:t>
              </a:r>
              <a:r>
                <a:rPr lang="en-US" sz="3700" kern="1200" dirty="0" err="1">
                  <a:latin typeface="Arial" panose="020B0604020202020204" pitchFamily="34" charset="0"/>
                  <a:cs typeface="Arial" panose="020B0604020202020204" pitchFamily="34" charset="0"/>
                </a:rPr>
                <a:t>luận</a:t>
              </a:r>
              <a:endParaRPr lang="en-US" sz="3700" kern="1200" dirty="0">
                <a:latin typeface="Arial" panose="020B0604020202020204" pitchFamily="34" charset="0"/>
                <a:cs typeface="Arial" panose="020B0604020202020204" pitchFamily="34" charset="0"/>
              </a:endParaRPr>
            </a:p>
          </p:txBody>
        </p:sp>
      </p:grpSp>
      <p:sp>
        <p:nvSpPr>
          <p:cNvPr id="61" name="Oval 60"/>
          <p:cNvSpPr/>
          <p:nvPr/>
        </p:nvSpPr>
        <p:spPr>
          <a:xfrm>
            <a:off x="4478356" y="4273997"/>
            <a:ext cx="902769" cy="902769"/>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endParaRPr lang="en-US"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62" name="Rectangle 61"/>
          <p:cNvSpPr/>
          <p:nvPr/>
        </p:nvSpPr>
        <p:spPr>
          <a:xfrm>
            <a:off x="4629191" y="4282917"/>
            <a:ext cx="569388" cy="923330"/>
          </a:xfrm>
          <a:prstGeom prst="rect">
            <a:avLst/>
          </a:prstGeom>
          <a:noFill/>
        </p:spPr>
        <p:txBody>
          <a:bodyPr wrap="none" lIns="91440" tIns="45720" rIns="91440" bIns="45720">
            <a:spAutoFit/>
          </a:bodyPr>
          <a:lstStyle/>
          <a:p>
            <a:pPr algn="ctr"/>
            <a:r>
              <a:rPr lang="en-US" sz="540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5</a:t>
            </a:r>
            <a:endParaRPr lang="en-US" sz="5400" b="0"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p:txBody>
      </p:sp>
      <p:grpSp>
        <p:nvGrpSpPr>
          <p:cNvPr id="63" name="Group 62"/>
          <p:cNvGrpSpPr/>
          <p:nvPr/>
        </p:nvGrpSpPr>
        <p:grpSpPr>
          <a:xfrm>
            <a:off x="4827732" y="5278764"/>
            <a:ext cx="5586938" cy="722215"/>
            <a:chOff x="349376" y="47167"/>
            <a:chExt cx="5586938" cy="722215"/>
          </a:xfrm>
        </p:grpSpPr>
        <p:sp>
          <p:nvSpPr>
            <p:cNvPr id="64" name="Rectangle 63"/>
            <p:cNvSpPr/>
            <p:nvPr/>
          </p:nvSpPr>
          <p:spPr>
            <a:xfrm>
              <a:off x="349376" y="47167"/>
              <a:ext cx="5586938" cy="722215"/>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latin typeface="Arial" panose="020B0604020202020204" pitchFamily="34" charset="0"/>
                <a:cs typeface="Arial" panose="020B0604020202020204" pitchFamily="34" charset="0"/>
              </a:endParaRPr>
            </a:p>
          </p:txBody>
        </p:sp>
        <p:sp>
          <p:nvSpPr>
            <p:cNvPr id="65" name="TextBox 64"/>
            <p:cNvSpPr txBox="1"/>
            <p:nvPr/>
          </p:nvSpPr>
          <p:spPr>
            <a:xfrm>
              <a:off x="349376" y="47167"/>
              <a:ext cx="5586938" cy="7222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73259" tIns="93980" rIns="93980" bIns="93980" numCol="1" spcCol="1270" anchor="ctr" anchorCtr="0">
              <a:noAutofit/>
            </a:bodyPr>
            <a:lstStyle/>
            <a:p>
              <a:pPr marL="0" lvl="0" indent="0" algn="l" defTabSz="1644650">
                <a:lnSpc>
                  <a:spcPct val="90000"/>
                </a:lnSpc>
                <a:spcBef>
                  <a:spcPct val="0"/>
                </a:spcBef>
                <a:spcAft>
                  <a:spcPct val="35000"/>
                </a:spcAft>
                <a:buNone/>
              </a:pPr>
              <a:r>
                <a:rPr lang="en-US" sz="3700" kern="1200" dirty="0">
                  <a:latin typeface="Arial" panose="020B0604020202020204" pitchFamily="34" charset="0"/>
                  <a:cs typeface="Arial" panose="020B0604020202020204" pitchFamily="34" charset="0"/>
                </a:rPr>
                <a:t> </a:t>
              </a:r>
              <a:r>
                <a:rPr lang="en-US" sz="3700" kern="1200" dirty="0" err="1">
                  <a:latin typeface="Arial" panose="020B0604020202020204" pitchFamily="34" charset="0"/>
                  <a:cs typeface="Arial" panose="020B0604020202020204" pitchFamily="34" charset="0"/>
                </a:rPr>
                <a:t>Khởi</a:t>
              </a:r>
              <a:r>
                <a:rPr lang="en-US" sz="3700" kern="1200" dirty="0">
                  <a:latin typeface="Arial" panose="020B0604020202020204" pitchFamily="34" charset="0"/>
                  <a:cs typeface="Arial" panose="020B0604020202020204" pitchFamily="34" charset="0"/>
                </a:rPr>
                <a:t> </a:t>
              </a:r>
              <a:r>
                <a:rPr lang="en-US" sz="3700" kern="1200" dirty="0" err="1">
                  <a:latin typeface="Arial" panose="020B0604020202020204" pitchFamily="34" charset="0"/>
                  <a:cs typeface="Arial" panose="020B0604020202020204" pitchFamily="34" charset="0"/>
                </a:rPr>
                <a:t>nghiệp</a:t>
              </a:r>
              <a:endParaRPr lang="en-US" sz="3700" kern="1200" dirty="0">
                <a:latin typeface="Arial" panose="020B0604020202020204" pitchFamily="34" charset="0"/>
                <a:cs typeface="Arial" panose="020B0604020202020204" pitchFamily="34" charset="0"/>
              </a:endParaRPr>
            </a:p>
          </p:txBody>
        </p:sp>
      </p:grpSp>
      <p:sp>
        <p:nvSpPr>
          <p:cNvPr id="66" name="Oval 65"/>
          <p:cNvSpPr/>
          <p:nvPr/>
        </p:nvSpPr>
        <p:spPr>
          <a:xfrm>
            <a:off x="4478356" y="5231597"/>
            <a:ext cx="902769" cy="902769"/>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endParaRPr lang="en-US"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67" name="Rectangle 66"/>
          <p:cNvSpPr/>
          <p:nvPr/>
        </p:nvSpPr>
        <p:spPr>
          <a:xfrm>
            <a:off x="4629191" y="5240517"/>
            <a:ext cx="569388" cy="923330"/>
          </a:xfrm>
          <a:prstGeom prst="rect">
            <a:avLst/>
          </a:prstGeom>
          <a:noFill/>
        </p:spPr>
        <p:txBody>
          <a:bodyPr wrap="none" lIns="91440" tIns="45720" rIns="91440" bIns="45720">
            <a:spAutoFit/>
          </a:bodyPr>
          <a:lstStyle/>
          <a:p>
            <a:pPr algn="ctr"/>
            <a:r>
              <a:rPr lang="en-US" sz="540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6</a:t>
            </a:r>
            <a:endParaRPr lang="en-US" sz="5400" b="0"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alpha val="35000"/>
          </a:schemeClr>
        </a:solidFill>
        <a:effectLst/>
      </p:bgPr>
    </p:bg>
    <p:spTree>
      <p:nvGrpSpPr>
        <p:cNvPr id="1" name=""/>
        <p:cNvGrpSpPr/>
        <p:nvPr/>
      </p:nvGrpSpPr>
      <p:grpSpPr>
        <a:xfrm>
          <a:off x="0" y="0"/>
          <a:ext cx="0" cy="0"/>
          <a:chOff x="0" y="0"/>
          <a:chExt cx="0" cy="0"/>
        </a:xfrm>
      </p:grpSpPr>
      <p:sp>
        <p:nvSpPr>
          <p:cNvPr id="20" name="Rectangle 19"/>
          <p:cNvSpPr>
            <a:spLocks noGrp="1" noRot="1" noChangeAspect="1" noMove="1" noResize="1" noEditPoints="1" noAdjustHandles="1" noChangeArrowheads="1" noChangeShapeType="1" noTextEdit="1"/>
          </p:cNvSpPr>
          <p:nvPr/>
        </p:nvSpPr>
        <p:spPr>
          <a:xfrm>
            <a:off x="1524"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2" name="Rectangle 21"/>
          <p:cNvSpPr>
            <a:spLocks noGrp="1" noRot="1" noChangeAspect="1" noMove="1" noResize="1" noEditPoints="1" noAdjustHandles="1" noChangeArrowheads="1" noChangeShapeType="1" noTextEdit="1"/>
          </p:cNvSpPr>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4" name="Rectangle 23"/>
          <p:cNvSpPr>
            <a:spLocks noGrp="1" noRot="1" noChangeAspect="1" noMove="1" noResize="1" noEditPoints="1" noAdjustHandles="1" noChangeArrowheads="1" noChangeShapeType="1" noTextEdit="1"/>
          </p:cNvSpPr>
          <p:nvPr/>
        </p:nvSpPr>
        <p:spPr>
          <a:xfrm>
            <a:off x="1478324" y="709375"/>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a:spLocks noGrp="1" noRot="1" noChangeAspect="1" noMove="1" noResize="1" noEditPoints="1" noAdjustHandles="1" noChangeArrowheads="1" noChangeShapeType="1" noTextEdit="1"/>
          </p:cNvSpPr>
          <p:nvPr/>
        </p:nvSpPr>
        <p:spPr>
          <a:xfrm rot="16200000">
            <a:off x="-543451" y="1248213"/>
            <a:ext cx="5413238" cy="4326335"/>
          </a:xfrm>
          <a:prstGeom prst="rect">
            <a:avLst/>
          </a:prstGeom>
          <a:solidFill>
            <a:schemeClr val="accent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04967" y="675564"/>
            <a:ext cx="3609833" cy="5204085"/>
          </a:xfrm>
        </p:spPr>
        <p:txBody>
          <a:bodyPr>
            <a:normAutofit/>
          </a:bodyPr>
          <a:lstStyle/>
          <a:p>
            <a:r>
              <a:rPr lang="en-US" dirty="0" err="1">
                <a:latin typeface="Arial" panose="020B0604020202020204" pitchFamily="34" charset="0"/>
                <a:cs typeface="Arial" panose="020B0604020202020204" pitchFamily="34" charset="0"/>
              </a:rPr>
              <a:t>Nội</a:t>
            </a:r>
            <a:r>
              <a:rPr lang="en-US" dirty="0">
                <a:latin typeface="Arial" panose="020B0604020202020204" pitchFamily="34" charset="0"/>
                <a:cs typeface="Arial" panose="020B0604020202020204" pitchFamily="34" charset="0"/>
              </a:rPr>
              <a:t> dung</a:t>
            </a:r>
            <a:endParaRPr lang="en-US" dirty="0">
              <a:latin typeface="Arial" panose="020B0604020202020204" pitchFamily="34" charset="0"/>
              <a:cs typeface="Arial" panose="020B0604020202020204" pitchFamily="34" charset="0"/>
            </a:endParaRPr>
          </a:p>
        </p:txBody>
      </p:sp>
      <p:cxnSp>
        <p:nvCxnSpPr>
          <p:cNvPr id="28" name="Straight Connector 27"/>
          <p:cNvCxnSpPr>
            <a:cxnSpLocks noGrp="1" noRot="1" noChangeAspect="1" noMove="1" noResize="1" noEditPoints="1" noAdjustHandles="1" noChangeArrowheads="1" noChangeShapeType="1"/>
          </p:cNvCxnSpPr>
          <p:nvPr/>
        </p:nvCxnSpPr>
        <p:spPr>
          <a:xfrm flipV="1">
            <a:off x="11365990"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a:cxnSpLocks noGrp="1" noRot="1" noChangeAspect="1" noMove="1" noResize="1" noEditPoints="1" noAdjustHandles="1" noChangeArrowheads="1" noChangeShapeType="1"/>
          </p:cNvCxnSpPr>
          <p:nvPr/>
        </p:nvCxnSpPr>
        <p:spPr>
          <a:xfrm>
            <a:off x="0" y="6118001"/>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4773656" y="2936292"/>
            <a:ext cx="5586938" cy="722215"/>
            <a:chOff x="349376" y="47167"/>
            <a:chExt cx="5586938" cy="722215"/>
          </a:xfrm>
        </p:grpSpPr>
        <p:sp>
          <p:nvSpPr>
            <p:cNvPr id="4" name="Rectangle 3"/>
            <p:cNvSpPr/>
            <p:nvPr/>
          </p:nvSpPr>
          <p:spPr>
            <a:xfrm>
              <a:off x="349376" y="47167"/>
              <a:ext cx="5586938" cy="722215"/>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5" name="TextBox 4"/>
            <p:cNvSpPr txBox="1"/>
            <p:nvPr/>
          </p:nvSpPr>
          <p:spPr>
            <a:xfrm>
              <a:off x="349376" y="47167"/>
              <a:ext cx="5586938" cy="7222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73259" tIns="93980" rIns="93980" bIns="93980" numCol="1" spcCol="1270" anchor="ctr" anchorCtr="0">
              <a:noAutofit/>
            </a:bodyPr>
            <a:lstStyle/>
            <a:p>
              <a:pPr marL="0" lvl="0" indent="0" algn="l" defTabSz="1644650">
                <a:lnSpc>
                  <a:spcPct val="90000"/>
                </a:lnSpc>
                <a:spcBef>
                  <a:spcPct val="0"/>
                </a:spcBef>
                <a:spcAft>
                  <a:spcPct val="35000"/>
                </a:spcAft>
                <a:buNone/>
              </a:pPr>
              <a:r>
                <a:rPr lang="en-US" sz="3700" kern="1200" dirty="0">
                  <a:latin typeface="Arial" panose="020B0604020202020204" pitchFamily="34" charset="0"/>
                  <a:cs typeface="Arial" panose="020B0604020202020204" pitchFamily="34" charset="0"/>
                </a:rPr>
                <a:t> </a:t>
              </a:r>
              <a:r>
                <a:rPr lang="en-US" sz="3700" kern="1200" dirty="0" err="1">
                  <a:latin typeface="Arial" panose="020B0604020202020204" pitchFamily="34" charset="0"/>
                  <a:cs typeface="Arial" panose="020B0604020202020204" pitchFamily="34" charset="0"/>
                </a:rPr>
                <a:t>Tổng</a:t>
              </a:r>
              <a:r>
                <a:rPr lang="en-US" sz="3700" kern="1200" dirty="0">
                  <a:latin typeface="Arial" panose="020B0604020202020204" pitchFamily="34" charset="0"/>
                  <a:cs typeface="Arial" panose="020B0604020202020204" pitchFamily="34" charset="0"/>
                </a:rPr>
                <a:t> </a:t>
              </a:r>
              <a:r>
                <a:rPr lang="en-US" sz="3700" kern="1200" dirty="0" err="1">
                  <a:latin typeface="Arial" panose="020B0604020202020204" pitchFamily="34" charset="0"/>
                  <a:cs typeface="Arial" panose="020B0604020202020204" pitchFamily="34" charset="0"/>
                </a:rPr>
                <a:t>quan</a:t>
              </a:r>
              <a:endParaRPr lang="en-US" sz="3700" kern="1200" dirty="0">
                <a:latin typeface="Arial" panose="020B0604020202020204" pitchFamily="34" charset="0"/>
                <a:cs typeface="Arial" panose="020B0604020202020204" pitchFamily="34" charset="0"/>
              </a:endParaRPr>
            </a:p>
          </p:txBody>
        </p:sp>
      </p:grpSp>
      <p:sp>
        <p:nvSpPr>
          <p:cNvPr id="6" name="Oval 5"/>
          <p:cNvSpPr/>
          <p:nvPr/>
        </p:nvSpPr>
        <p:spPr>
          <a:xfrm>
            <a:off x="4424280" y="2889125"/>
            <a:ext cx="902769" cy="902769"/>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endParaRPr lang="en-US" dirty="0">
              <a:ln w="0"/>
              <a:solidFill>
                <a:schemeClr val="accent1"/>
              </a:solidFill>
              <a:effectLst>
                <a:outerShdw blurRad="38100" dist="25400" dir="5400000" algn="ctr" rotWithShape="0">
                  <a:srgbClr val="6E747A">
                    <a:alpha val="43000"/>
                  </a:srgbClr>
                </a:outerShdw>
              </a:effectLst>
            </a:endParaRPr>
          </a:p>
          <a:p>
            <a:endParaRPr lang="en-US" dirty="0"/>
          </a:p>
        </p:txBody>
      </p:sp>
      <p:sp>
        <p:nvSpPr>
          <p:cNvPr id="7" name="Rectangle 6"/>
          <p:cNvSpPr/>
          <p:nvPr/>
        </p:nvSpPr>
        <p:spPr>
          <a:xfrm>
            <a:off x="4611029" y="2862693"/>
            <a:ext cx="569388" cy="923330"/>
          </a:xfrm>
          <a:prstGeom prst="rect">
            <a:avLst/>
          </a:prstGeom>
          <a:noFill/>
        </p:spPr>
        <p:txBody>
          <a:bodyPr wrap="none" lIns="91440" tIns="45720" rIns="91440" bIns="45720">
            <a:spAutoFit/>
          </a:bodyPr>
          <a:lstStyle/>
          <a:p>
            <a:pPr algn="ctr"/>
            <a:r>
              <a:rPr lang="en-US" sz="540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1</a:t>
            </a:r>
            <a:endParaRPr lang="en-US" sz="5400" b="0"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2" name="Rectangle 61"/>
          <p:cNvSpPr>
            <a:spLocks noGrp="1" noRot="1" noChangeAspect="1" noMove="1" noResize="1" noEditPoints="1" noAdjustHandles="1" noChangeArrowheads="1" noChangeShapeType="1" noTextEdit="1"/>
          </p:cNvSpPr>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p:cNvSpPr>
            <a:spLocks noGrp="1" noRot="1" noChangeAspect="1" noMove="1" noResize="1" noEditPoints="1" noAdjustHandles="1" noChangeArrowheads="1" noChangeShapeType="1" noTextEdit="1"/>
          </p:cNvSpPr>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p:cNvSpPr>
            <a:spLocks noGrp="1"/>
          </p:cNvSpPr>
          <p:nvPr>
            <p:ph type="title"/>
          </p:nvPr>
        </p:nvSpPr>
        <p:spPr>
          <a:xfrm>
            <a:off x="216310" y="-16810"/>
            <a:ext cx="9617238" cy="754230"/>
          </a:xfrm>
        </p:spPr>
        <p:txBody>
          <a:bodyPr vert="horz" lIns="91440" tIns="45720" rIns="91440" bIns="45720" rtlCol="0" anchor="b">
            <a:normAutofit/>
          </a:bodyPr>
          <a:lstStyle/>
          <a:p>
            <a:r>
              <a:rPr lang="en-US" sz="3600" kern="1200" dirty="0">
                <a:solidFill>
                  <a:schemeClr val="tx2"/>
                </a:solidFill>
                <a:latin typeface="Arial" panose="020B0604020202020204" pitchFamily="34" charset="0"/>
                <a:cs typeface="Arial" panose="020B0604020202020204" pitchFamily="34" charset="0"/>
              </a:rPr>
              <a:t>1. </a:t>
            </a:r>
            <a:r>
              <a:rPr lang="en-US" sz="3600" kern="1200" dirty="0" err="1">
                <a:solidFill>
                  <a:schemeClr val="tx2"/>
                </a:solidFill>
                <a:latin typeface="Arial" panose="020B0604020202020204" pitchFamily="34" charset="0"/>
                <a:cs typeface="Arial" panose="020B0604020202020204" pitchFamily="34" charset="0"/>
              </a:rPr>
              <a:t>Tổng</a:t>
            </a:r>
            <a:r>
              <a:rPr lang="en-US" sz="3600" kern="1200" dirty="0">
                <a:solidFill>
                  <a:schemeClr val="tx2"/>
                </a:solidFill>
                <a:latin typeface="Arial" panose="020B0604020202020204" pitchFamily="34" charset="0"/>
                <a:cs typeface="Arial" panose="020B0604020202020204" pitchFamily="34" charset="0"/>
              </a:rPr>
              <a:t> </a:t>
            </a:r>
            <a:r>
              <a:rPr lang="en-US" sz="3600" kern="1200" dirty="0" err="1">
                <a:solidFill>
                  <a:schemeClr val="tx2"/>
                </a:solidFill>
                <a:latin typeface="Arial" panose="020B0604020202020204" pitchFamily="34" charset="0"/>
                <a:cs typeface="Arial" panose="020B0604020202020204" pitchFamily="34" charset="0"/>
              </a:rPr>
              <a:t>quan</a:t>
            </a:r>
            <a:endParaRPr lang="en-US" sz="3600" kern="1200" dirty="0">
              <a:solidFill>
                <a:schemeClr val="tx2"/>
              </a:solidFill>
              <a:latin typeface="Arial" panose="020B0604020202020204" pitchFamily="34" charset="0"/>
              <a:cs typeface="Arial" panose="020B0604020202020204" pitchFamily="34" charset="0"/>
            </a:endParaRPr>
          </a:p>
        </p:txBody>
      </p:sp>
      <p:grpSp>
        <p:nvGrpSpPr>
          <p:cNvPr id="45" name="Group 44"/>
          <p:cNvGrpSpPr>
            <a:grpSpLocks noGrp="1" noRot="1" noChangeAspect="1" noMove="1" noResize="1" noUngrp="1"/>
          </p:cNvGrpSpPr>
          <p:nvPr/>
        </p:nvGrpSpPr>
        <p:grpSpPr>
          <a:xfrm>
            <a:off x="8289890" y="0"/>
            <a:ext cx="3902110" cy="2382977"/>
            <a:chOff x="6867015" y="-1"/>
            <a:chExt cx="5324985" cy="3251912"/>
          </a:xfrm>
          <a:solidFill>
            <a:schemeClr val="accent5">
              <a:alpha val="10000"/>
            </a:schemeClr>
          </a:solidFill>
        </p:grpSpPr>
        <p:sp>
          <p:nvSpPr>
            <p:cNvPr id="46" name="Freeform: Shape 45"/>
            <p:cNvSpPr/>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Shape 63"/>
            <p:cNvSpPr/>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Shape 64"/>
            <p:cNvSpPr/>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Freeform: Shape 65"/>
            <p:cNvSpPr/>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Content Placeholder 3"/>
          <p:cNvSpPr>
            <a:spLocks noGrp="1"/>
          </p:cNvSpPr>
          <p:nvPr>
            <p:ph idx="1"/>
          </p:nvPr>
        </p:nvSpPr>
        <p:spPr>
          <a:xfrm>
            <a:off x="294492" y="1582533"/>
            <a:ext cx="11602710" cy="3793833"/>
          </a:xfrm>
        </p:spPr>
        <p:txBody>
          <a:bodyPr>
            <a:normAutofit fontScale="92500"/>
          </a:bodyPr>
          <a:lstStyle/>
          <a:p>
            <a:r>
              <a:rPr lang="vi-VN" sz="2600" dirty="0"/>
              <a:t>Đối với khách sạn</a:t>
            </a:r>
            <a:endParaRPr lang="en-US" sz="2600" dirty="0"/>
          </a:p>
          <a:p>
            <a:pPr marL="0" indent="0">
              <a:buNone/>
            </a:pPr>
            <a:r>
              <a:rPr lang="vi-VN" sz="2600" dirty="0"/>
              <a:t>- Giúp khách sạn quản lý thông tin nhân viên và khách hàng dễ dàng, các thao tác để quản lý trở nên hết sức đơn giản </a:t>
            </a:r>
            <a:endParaRPr lang="en-US" sz="2600" dirty="0"/>
          </a:p>
          <a:p>
            <a:pPr marL="0" indent="0">
              <a:buNone/>
            </a:pPr>
            <a:r>
              <a:rPr lang="vi-VN" sz="2600" dirty="0"/>
              <a:t>- Giúp khách sạn thanh toán các hóa đơn cho khách hàng một cách nhanh chóng.</a:t>
            </a:r>
            <a:endParaRPr lang="vi-VN" sz="2600" dirty="0"/>
          </a:p>
          <a:p>
            <a:r>
              <a:rPr lang="vi-VN" sz="2600" dirty="0"/>
              <a:t>Đối với nhân viên </a:t>
            </a:r>
            <a:endParaRPr lang="en-US" sz="2600" dirty="0"/>
          </a:p>
          <a:p>
            <a:pPr marL="0" indent="0">
              <a:buNone/>
            </a:pPr>
            <a:r>
              <a:rPr lang="vi-VN" sz="2600" dirty="0"/>
              <a:t>- Giúp tối ưu hóa quy trình đặt phòng, quy trình hủy phòng, đổi phòng, kiểm tra phòng trống, và quản lý thông tin khách hàng một cách nhanh chóng và hiệu quả. </a:t>
            </a:r>
            <a:endParaRPr lang="en-US" sz="2600" dirty="0"/>
          </a:p>
          <a:p>
            <a:pPr marL="0" indent="0">
              <a:buNone/>
            </a:pPr>
            <a:r>
              <a:rPr lang="vi-VN" sz="2600" dirty="0"/>
              <a:t>- Thực hiện các thao tác như đặt phòng, thay đổi hoặc hủy phòng, và theo dõi tình trạng phòng hiện tại một cách chính xác và kịp thời.</a:t>
            </a:r>
            <a:endParaRPr lang="vi-VN" sz="2600" dirty="0"/>
          </a:p>
          <a:p>
            <a:endParaRPr lang="en-US" sz="1800" dirty="0">
              <a:solidFill>
                <a:schemeClr val="tx2"/>
              </a:solidFill>
            </a:endParaRPr>
          </a:p>
        </p:txBody>
      </p:sp>
      <p:grpSp>
        <p:nvGrpSpPr>
          <p:cNvPr id="67" name="Group 66"/>
          <p:cNvGrpSpPr>
            <a:grpSpLocks noGrp="1" noRot="1" noChangeAspect="1" noMove="1" noResize="1" noUngrp="1"/>
          </p:cNvGrpSpPr>
          <p:nvPr/>
        </p:nvGrpSpPr>
        <p:grpSpPr>
          <a:xfrm rot="10800000" flipH="1">
            <a:off x="0" y="4682671"/>
            <a:ext cx="2898948" cy="2175328"/>
            <a:chOff x="-305" y="-1"/>
            <a:chExt cx="3832880" cy="2876136"/>
          </a:xfrm>
        </p:grpSpPr>
        <p:sp>
          <p:nvSpPr>
            <p:cNvPr id="68" name="Freeform: Shape 67"/>
            <p:cNvSpPr/>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Shape 68"/>
            <p:cNvSpPr/>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Shape 69"/>
            <p:cNvSpPr/>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Shape 70"/>
            <p:cNvSpPr/>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itle 1"/>
          <p:cNvSpPr txBox="1"/>
          <p:nvPr/>
        </p:nvSpPr>
        <p:spPr>
          <a:xfrm>
            <a:off x="216310" y="619711"/>
            <a:ext cx="9653476" cy="75423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schemeClr val="tx2"/>
                </a:solidFill>
                <a:latin typeface="Arial" panose="020B0604020202020204" pitchFamily="34" charset="0"/>
                <a:cs typeface="Arial" panose="020B0604020202020204" pitchFamily="34" charset="0"/>
              </a:rPr>
              <a:t>1.1. </a:t>
            </a:r>
            <a:r>
              <a:rPr lang="en-US" sz="3600" dirty="0" err="1">
                <a:solidFill>
                  <a:schemeClr val="tx2"/>
                </a:solidFill>
                <a:latin typeface="Arial" panose="020B0604020202020204" pitchFamily="34" charset="0"/>
                <a:cs typeface="Arial" panose="020B0604020202020204" pitchFamily="34" charset="0"/>
              </a:rPr>
              <a:t>Mục</a:t>
            </a:r>
            <a:r>
              <a:rPr lang="en-US" sz="3600" dirty="0">
                <a:solidFill>
                  <a:schemeClr val="tx2"/>
                </a:solidFill>
                <a:latin typeface="Arial" panose="020B0604020202020204" pitchFamily="34" charset="0"/>
                <a:cs typeface="Arial" panose="020B0604020202020204" pitchFamily="34" charset="0"/>
              </a:rPr>
              <a:t> </a:t>
            </a:r>
            <a:r>
              <a:rPr lang="en-US" sz="3600" dirty="0" err="1">
                <a:solidFill>
                  <a:schemeClr val="tx2"/>
                </a:solidFill>
                <a:latin typeface="Arial" panose="020B0604020202020204" pitchFamily="34" charset="0"/>
                <a:cs typeface="Arial" panose="020B0604020202020204" pitchFamily="34" charset="0"/>
              </a:rPr>
              <a:t>tiêu</a:t>
            </a:r>
            <a:endParaRPr lang="en-US" sz="3600" dirty="0">
              <a:solidFill>
                <a:schemeClr val="tx2"/>
              </a:solidFill>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2" name="Rectangle 61"/>
          <p:cNvSpPr>
            <a:spLocks noGrp="1" noRot="1" noChangeAspect="1" noMove="1" noResize="1" noEditPoints="1" noAdjustHandles="1" noChangeArrowheads="1" noChangeShapeType="1" noTextEdit="1"/>
          </p:cNvSpPr>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p:cNvSpPr>
            <a:spLocks noGrp="1" noRot="1" noChangeAspect="1" noMove="1" noResize="1" noEditPoints="1" noAdjustHandles="1" noChangeArrowheads="1" noChangeShapeType="1" noTextEdit="1"/>
          </p:cNvSpPr>
          <p:nvPr/>
        </p:nvSpPr>
        <p:spPr>
          <a:xfrm>
            <a:off x="305" y="889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p:cNvSpPr>
            <a:spLocks noGrp="1"/>
          </p:cNvSpPr>
          <p:nvPr>
            <p:ph type="title"/>
          </p:nvPr>
        </p:nvSpPr>
        <p:spPr>
          <a:xfrm>
            <a:off x="216310" y="-16810"/>
            <a:ext cx="9617238" cy="754230"/>
          </a:xfrm>
        </p:spPr>
        <p:txBody>
          <a:bodyPr vert="horz" lIns="91440" tIns="45720" rIns="91440" bIns="45720" rtlCol="0" anchor="b">
            <a:normAutofit/>
          </a:bodyPr>
          <a:lstStyle/>
          <a:p>
            <a:r>
              <a:rPr lang="en-US" sz="3600" kern="1200" dirty="0">
                <a:solidFill>
                  <a:schemeClr val="tx2"/>
                </a:solidFill>
                <a:latin typeface="Arial" panose="020B0604020202020204" pitchFamily="34" charset="0"/>
                <a:cs typeface="Arial" panose="020B0604020202020204" pitchFamily="34" charset="0"/>
              </a:rPr>
              <a:t>1. </a:t>
            </a:r>
            <a:r>
              <a:rPr lang="en-US" sz="3600" kern="1200" dirty="0" err="1">
                <a:solidFill>
                  <a:schemeClr val="tx2"/>
                </a:solidFill>
                <a:latin typeface="Arial" panose="020B0604020202020204" pitchFamily="34" charset="0"/>
                <a:cs typeface="Arial" panose="020B0604020202020204" pitchFamily="34" charset="0"/>
              </a:rPr>
              <a:t>Tổng</a:t>
            </a:r>
            <a:r>
              <a:rPr lang="en-US" sz="3600" kern="1200" dirty="0">
                <a:solidFill>
                  <a:schemeClr val="tx2"/>
                </a:solidFill>
                <a:latin typeface="Arial" panose="020B0604020202020204" pitchFamily="34" charset="0"/>
                <a:cs typeface="Arial" panose="020B0604020202020204" pitchFamily="34" charset="0"/>
              </a:rPr>
              <a:t> </a:t>
            </a:r>
            <a:r>
              <a:rPr lang="en-US" sz="3600" kern="1200" dirty="0" err="1">
                <a:solidFill>
                  <a:schemeClr val="tx2"/>
                </a:solidFill>
                <a:latin typeface="Arial" panose="020B0604020202020204" pitchFamily="34" charset="0"/>
                <a:cs typeface="Arial" panose="020B0604020202020204" pitchFamily="34" charset="0"/>
              </a:rPr>
              <a:t>quan</a:t>
            </a:r>
            <a:endParaRPr lang="en-US" sz="3600" kern="1200" dirty="0">
              <a:solidFill>
                <a:schemeClr val="tx2"/>
              </a:solidFill>
              <a:latin typeface="Arial" panose="020B0604020202020204" pitchFamily="34" charset="0"/>
              <a:cs typeface="Arial" panose="020B0604020202020204" pitchFamily="34" charset="0"/>
            </a:endParaRPr>
          </a:p>
        </p:txBody>
      </p:sp>
      <p:grpSp>
        <p:nvGrpSpPr>
          <p:cNvPr id="45" name="Group 44"/>
          <p:cNvGrpSpPr>
            <a:grpSpLocks noGrp="1" noRot="1" noChangeAspect="1" noMove="1" noResize="1" noUngrp="1"/>
          </p:cNvGrpSpPr>
          <p:nvPr/>
        </p:nvGrpSpPr>
        <p:grpSpPr>
          <a:xfrm>
            <a:off x="8289890" y="0"/>
            <a:ext cx="3902110" cy="2382977"/>
            <a:chOff x="6867015" y="-1"/>
            <a:chExt cx="5324985" cy="3251912"/>
          </a:xfrm>
          <a:solidFill>
            <a:schemeClr val="accent5">
              <a:alpha val="10000"/>
            </a:schemeClr>
          </a:solidFill>
        </p:grpSpPr>
        <p:sp>
          <p:nvSpPr>
            <p:cNvPr id="46" name="Freeform: Shape 45"/>
            <p:cNvSpPr/>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Shape 63"/>
            <p:cNvSpPr/>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Shape 64"/>
            <p:cNvSpPr/>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Freeform: Shape 65"/>
            <p:cNvSpPr/>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Content Placeholder 3"/>
          <p:cNvSpPr>
            <a:spLocks noGrp="1"/>
          </p:cNvSpPr>
          <p:nvPr>
            <p:ph idx="1"/>
          </p:nvPr>
        </p:nvSpPr>
        <p:spPr>
          <a:xfrm>
            <a:off x="294492" y="1699174"/>
            <a:ext cx="11602710" cy="3793833"/>
          </a:xfrm>
        </p:spPr>
        <p:txBody>
          <a:bodyPr>
            <a:normAutofit/>
          </a:bodyPr>
          <a:lstStyle/>
          <a:p>
            <a:pPr marL="0" indent="0">
              <a:buNone/>
            </a:pPr>
            <a:r>
              <a:rPr lang="vi-VN" sz="2400" dirty="0"/>
              <a:t>- Ứng dụng được tạo ra dành cho việc quản lý các chức năng căn bản, cần thiết của một chương trình quản lý thông tin đặt phòng khách sạn </a:t>
            </a:r>
            <a:r>
              <a:rPr lang="vi-VN" sz="2400" dirty="0"/>
              <a:t>SUMI. </a:t>
            </a:r>
            <a:endParaRPr lang="en-US" sz="2400" dirty="0"/>
          </a:p>
          <a:p>
            <a:pPr marL="0" indent="0">
              <a:buNone/>
            </a:pPr>
            <a:r>
              <a:rPr lang="vi-VN" sz="2400" dirty="0"/>
              <a:t>- Ứng dụng được nội bộ của khách sạn sử dụng, không cho phép khách hàng sử dụng. </a:t>
            </a:r>
            <a:endParaRPr lang="en-US" sz="2400" dirty="0"/>
          </a:p>
          <a:p>
            <a:pPr marL="0" indent="0">
              <a:buNone/>
            </a:pPr>
            <a:r>
              <a:rPr lang="vi-VN" sz="2400" dirty="0"/>
              <a:t>- Ứng dụng dùng làm việc trên desktop, sử dụng cơ sở dữ liệu SQL Server. </a:t>
            </a:r>
            <a:endParaRPr lang="en-US" sz="2400" dirty="0"/>
          </a:p>
          <a:p>
            <a:pPr marL="0" indent="0">
              <a:buNone/>
            </a:pPr>
            <a:r>
              <a:rPr lang="vi-VN" sz="2400" dirty="0"/>
              <a:t>- Ứng dụng không sử dụng Internet.</a:t>
            </a:r>
            <a:endParaRPr lang="vi-VN" sz="2400" dirty="0"/>
          </a:p>
          <a:p>
            <a:pPr marL="0" indent="0">
              <a:buNone/>
            </a:pPr>
            <a:r>
              <a:rPr lang="vi-VN" sz="2400" dirty="0"/>
              <a:t>- Sử dụng ngôn ngữ Java. </a:t>
            </a:r>
            <a:endParaRPr lang="en-US" sz="2400" dirty="0"/>
          </a:p>
          <a:p>
            <a:pPr marL="0" indent="0">
              <a:buNone/>
            </a:pPr>
            <a:r>
              <a:rPr lang="vi-VN" sz="2400" dirty="0"/>
              <a:t>- Các phần mềm hỗ trợ: Visual Paradigm, Eclipse, SQL Server.</a:t>
            </a:r>
            <a:endParaRPr lang="vi-VN" sz="2400" dirty="0"/>
          </a:p>
          <a:p>
            <a:pPr marL="0" indent="0">
              <a:buNone/>
            </a:pPr>
            <a:endParaRPr lang="en-US" sz="1800" dirty="0">
              <a:solidFill>
                <a:schemeClr val="tx2"/>
              </a:solidFill>
            </a:endParaRPr>
          </a:p>
        </p:txBody>
      </p:sp>
      <p:grpSp>
        <p:nvGrpSpPr>
          <p:cNvPr id="67" name="Group 66"/>
          <p:cNvGrpSpPr>
            <a:grpSpLocks noGrp="1" noRot="1" noChangeAspect="1" noMove="1" noResize="1" noUngrp="1"/>
          </p:cNvGrpSpPr>
          <p:nvPr/>
        </p:nvGrpSpPr>
        <p:grpSpPr>
          <a:xfrm rot="10800000" flipH="1">
            <a:off x="0" y="4682671"/>
            <a:ext cx="2898948" cy="2175328"/>
            <a:chOff x="-305" y="-1"/>
            <a:chExt cx="3832880" cy="2876136"/>
          </a:xfrm>
        </p:grpSpPr>
        <p:sp>
          <p:nvSpPr>
            <p:cNvPr id="68" name="Freeform: Shape 67"/>
            <p:cNvSpPr/>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Shape 68"/>
            <p:cNvSpPr/>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Shape 69"/>
            <p:cNvSpPr/>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Shape 70"/>
            <p:cNvSpPr/>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itle 1"/>
          <p:cNvSpPr txBox="1"/>
          <p:nvPr/>
        </p:nvSpPr>
        <p:spPr>
          <a:xfrm>
            <a:off x="216310" y="619711"/>
            <a:ext cx="9653476" cy="75423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schemeClr val="tx2"/>
                </a:solidFill>
                <a:latin typeface="Arial" panose="020B0604020202020204" pitchFamily="34" charset="0"/>
                <a:cs typeface="Arial" panose="020B0604020202020204" pitchFamily="34" charset="0"/>
              </a:rPr>
              <a:t>1.2. </a:t>
            </a:r>
            <a:r>
              <a:rPr lang="en-US" sz="3600" dirty="0" err="1">
                <a:solidFill>
                  <a:schemeClr val="tx2"/>
                </a:solidFill>
                <a:latin typeface="Arial" panose="020B0604020202020204" pitchFamily="34" charset="0"/>
                <a:cs typeface="Arial" panose="020B0604020202020204" pitchFamily="34" charset="0"/>
              </a:rPr>
              <a:t>Phạm</a:t>
            </a:r>
            <a:r>
              <a:rPr lang="en-US" sz="3600" dirty="0">
                <a:solidFill>
                  <a:schemeClr val="tx2"/>
                </a:solidFill>
                <a:latin typeface="Arial" panose="020B0604020202020204" pitchFamily="34" charset="0"/>
                <a:cs typeface="Arial" panose="020B0604020202020204" pitchFamily="34" charset="0"/>
              </a:rPr>
              <a:t> vi</a:t>
            </a:r>
            <a:endParaRPr lang="en-US" sz="3600" dirty="0">
              <a:solidFill>
                <a:schemeClr val="tx2"/>
              </a:solidFill>
              <a:latin typeface="Arial" panose="020B0604020202020204" pitchFamily="34" charset="0"/>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alpha val="35000"/>
          </a:schemeClr>
        </a:solidFill>
        <a:effectLst/>
      </p:bgPr>
    </p:bg>
    <p:spTree>
      <p:nvGrpSpPr>
        <p:cNvPr id="1" name=""/>
        <p:cNvGrpSpPr/>
        <p:nvPr/>
      </p:nvGrpSpPr>
      <p:grpSpPr>
        <a:xfrm>
          <a:off x="0" y="0"/>
          <a:ext cx="0" cy="0"/>
          <a:chOff x="0" y="0"/>
          <a:chExt cx="0" cy="0"/>
        </a:xfrm>
      </p:grpSpPr>
      <p:sp>
        <p:nvSpPr>
          <p:cNvPr id="20" name="Rectangle 19"/>
          <p:cNvSpPr>
            <a:spLocks noGrp="1" noRot="1" noChangeAspect="1" noMove="1" noResize="1" noEditPoints="1" noAdjustHandles="1" noChangeArrowheads="1" noChangeShapeType="1" noTextEdit="1"/>
          </p:cNvSpPr>
          <p:nvPr/>
        </p:nvSpPr>
        <p:spPr>
          <a:xfrm>
            <a:off x="1524"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2" name="Rectangle 21"/>
          <p:cNvSpPr>
            <a:spLocks noGrp="1" noRot="1" noChangeAspect="1" noMove="1" noResize="1" noEditPoints="1" noAdjustHandles="1" noChangeArrowheads="1" noChangeShapeType="1" noTextEdit="1"/>
          </p:cNvSpPr>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4" name="Rectangle 23"/>
          <p:cNvSpPr>
            <a:spLocks noGrp="1" noRot="1" noChangeAspect="1" noMove="1" noResize="1" noEditPoints="1" noAdjustHandles="1" noChangeArrowheads="1" noChangeShapeType="1" noTextEdit="1"/>
          </p:cNvSpPr>
          <p:nvPr/>
        </p:nvSpPr>
        <p:spPr>
          <a:xfrm>
            <a:off x="1478324" y="709375"/>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a:spLocks noGrp="1" noRot="1" noChangeAspect="1" noMove="1" noResize="1" noEditPoints="1" noAdjustHandles="1" noChangeArrowheads="1" noChangeShapeType="1" noTextEdit="1"/>
          </p:cNvSpPr>
          <p:nvPr/>
        </p:nvSpPr>
        <p:spPr>
          <a:xfrm rot="16200000">
            <a:off x="-543451" y="1248213"/>
            <a:ext cx="5413238" cy="4326335"/>
          </a:xfrm>
          <a:prstGeom prst="rect">
            <a:avLst/>
          </a:prstGeom>
          <a:solidFill>
            <a:schemeClr val="accent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04967" y="675564"/>
            <a:ext cx="3609833" cy="5204085"/>
          </a:xfrm>
        </p:spPr>
        <p:txBody>
          <a:bodyPr>
            <a:normAutofit/>
          </a:bodyPr>
          <a:lstStyle/>
          <a:p>
            <a:r>
              <a:rPr lang="en-US" dirty="0" err="1">
                <a:latin typeface="Arial" panose="020B0604020202020204" pitchFamily="34" charset="0"/>
                <a:cs typeface="Arial" panose="020B0604020202020204" pitchFamily="34" charset="0"/>
              </a:rPr>
              <a:t>Nội</a:t>
            </a:r>
            <a:r>
              <a:rPr lang="en-US" dirty="0">
                <a:latin typeface="Arial" panose="020B0604020202020204" pitchFamily="34" charset="0"/>
                <a:cs typeface="Arial" panose="020B0604020202020204" pitchFamily="34" charset="0"/>
              </a:rPr>
              <a:t> dung</a:t>
            </a:r>
            <a:endParaRPr lang="en-US" dirty="0">
              <a:latin typeface="Arial" panose="020B0604020202020204" pitchFamily="34" charset="0"/>
              <a:cs typeface="Arial" panose="020B0604020202020204" pitchFamily="34" charset="0"/>
            </a:endParaRPr>
          </a:p>
        </p:txBody>
      </p:sp>
      <p:cxnSp>
        <p:nvCxnSpPr>
          <p:cNvPr id="28" name="Straight Connector 27"/>
          <p:cNvCxnSpPr>
            <a:cxnSpLocks noGrp="1" noRot="1" noChangeAspect="1" noMove="1" noResize="1" noEditPoints="1" noAdjustHandles="1" noChangeArrowheads="1" noChangeShapeType="1"/>
          </p:cNvCxnSpPr>
          <p:nvPr/>
        </p:nvCxnSpPr>
        <p:spPr>
          <a:xfrm flipV="1">
            <a:off x="11365990"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a:cxnSpLocks noGrp="1" noRot="1" noChangeAspect="1" noMove="1" noResize="1" noEditPoints="1" noAdjustHandles="1" noChangeArrowheads="1" noChangeShapeType="1"/>
          </p:cNvCxnSpPr>
          <p:nvPr/>
        </p:nvCxnSpPr>
        <p:spPr>
          <a:xfrm>
            <a:off x="0" y="6118001"/>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4773656" y="2936292"/>
            <a:ext cx="5586938" cy="722215"/>
            <a:chOff x="349376" y="47167"/>
            <a:chExt cx="5586938" cy="722215"/>
          </a:xfrm>
        </p:grpSpPr>
        <p:sp>
          <p:nvSpPr>
            <p:cNvPr id="4" name="Rectangle 3"/>
            <p:cNvSpPr/>
            <p:nvPr/>
          </p:nvSpPr>
          <p:spPr>
            <a:xfrm>
              <a:off x="349376" y="47167"/>
              <a:ext cx="5586938" cy="722215"/>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5" name="TextBox 4"/>
            <p:cNvSpPr txBox="1"/>
            <p:nvPr/>
          </p:nvSpPr>
          <p:spPr>
            <a:xfrm>
              <a:off x="349376" y="47167"/>
              <a:ext cx="5586938" cy="7222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73259" tIns="93980" rIns="93980" bIns="93980" numCol="1" spcCol="1270" anchor="ctr" anchorCtr="0">
              <a:noAutofit/>
            </a:bodyPr>
            <a:lstStyle/>
            <a:p>
              <a:pPr marL="0" lvl="0" indent="0" algn="l" defTabSz="1644650">
                <a:lnSpc>
                  <a:spcPct val="90000"/>
                </a:lnSpc>
                <a:spcBef>
                  <a:spcPct val="0"/>
                </a:spcBef>
                <a:spcAft>
                  <a:spcPct val="35000"/>
                </a:spcAft>
                <a:buNone/>
              </a:pPr>
              <a:r>
                <a:rPr lang="en-US" sz="3700" kern="1200" dirty="0">
                  <a:latin typeface="Arial" panose="020B0604020202020204" pitchFamily="34" charset="0"/>
                  <a:cs typeface="Arial" panose="020B0604020202020204" pitchFamily="34" charset="0"/>
                </a:rPr>
                <a:t> </a:t>
              </a:r>
              <a:r>
                <a:rPr lang="en-US" sz="3700" kern="1200" dirty="0" err="1">
                  <a:latin typeface="Arial" panose="020B0604020202020204" pitchFamily="34" charset="0"/>
                  <a:cs typeface="Arial" panose="020B0604020202020204" pitchFamily="34" charset="0"/>
                </a:rPr>
                <a:t>Phân</a:t>
              </a:r>
              <a:r>
                <a:rPr lang="en-US" sz="3700" kern="1200" dirty="0">
                  <a:latin typeface="Arial" panose="020B0604020202020204" pitchFamily="34" charset="0"/>
                  <a:cs typeface="Arial" panose="020B0604020202020204" pitchFamily="34" charset="0"/>
                </a:rPr>
                <a:t> </a:t>
              </a:r>
              <a:r>
                <a:rPr lang="en-US" sz="3700" kern="1200" dirty="0" err="1">
                  <a:latin typeface="Arial" panose="020B0604020202020204" pitchFamily="34" charset="0"/>
                  <a:cs typeface="Arial" panose="020B0604020202020204" pitchFamily="34" charset="0"/>
                </a:rPr>
                <a:t>tích</a:t>
              </a:r>
              <a:r>
                <a:rPr lang="en-US" sz="3700" kern="1200" dirty="0">
                  <a:latin typeface="Arial" panose="020B0604020202020204" pitchFamily="34" charset="0"/>
                  <a:cs typeface="Arial" panose="020B0604020202020204" pitchFamily="34" charset="0"/>
                </a:rPr>
                <a:t> &amp; </a:t>
              </a:r>
              <a:r>
                <a:rPr lang="en-US" sz="3700" kern="1200" dirty="0" err="1">
                  <a:latin typeface="Arial" panose="020B0604020202020204" pitchFamily="34" charset="0"/>
                  <a:cs typeface="Arial" panose="020B0604020202020204" pitchFamily="34" charset="0"/>
                </a:rPr>
                <a:t>Thiết</a:t>
              </a:r>
              <a:r>
                <a:rPr lang="en-US" sz="3700" kern="1200" dirty="0">
                  <a:latin typeface="Arial" panose="020B0604020202020204" pitchFamily="34" charset="0"/>
                  <a:cs typeface="Arial" panose="020B0604020202020204" pitchFamily="34" charset="0"/>
                </a:rPr>
                <a:t> </a:t>
              </a:r>
              <a:r>
                <a:rPr lang="en-US" sz="3700" kern="1200" dirty="0" err="1">
                  <a:latin typeface="Arial" panose="020B0604020202020204" pitchFamily="34" charset="0"/>
                  <a:cs typeface="Arial" panose="020B0604020202020204" pitchFamily="34" charset="0"/>
                </a:rPr>
                <a:t>kế</a:t>
              </a:r>
              <a:endParaRPr lang="en-US" sz="3700" kern="1200" dirty="0">
                <a:latin typeface="Arial" panose="020B0604020202020204" pitchFamily="34" charset="0"/>
                <a:cs typeface="Arial" panose="020B0604020202020204" pitchFamily="34" charset="0"/>
              </a:endParaRPr>
            </a:p>
          </p:txBody>
        </p:sp>
      </p:grpSp>
      <p:sp>
        <p:nvSpPr>
          <p:cNvPr id="6" name="Oval 5"/>
          <p:cNvSpPr/>
          <p:nvPr/>
        </p:nvSpPr>
        <p:spPr>
          <a:xfrm>
            <a:off x="4424280" y="2889125"/>
            <a:ext cx="902769" cy="902769"/>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endParaRPr lang="en-US" dirty="0">
              <a:ln w="0"/>
              <a:solidFill>
                <a:schemeClr val="accent1"/>
              </a:solidFill>
              <a:effectLst>
                <a:outerShdw blurRad="38100" dist="25400" dir="5400000" algn="ctr" rotWithShape="0">
                  <a:srgbClr val="6E747A">
                    <a:alpha val="43000"/>
                  </a:srgbClr>
                </a:outerShdw>
              </a:effectLst>
            </a:endParaRPr>
          </a:p>
          <a:p>
            <a:endParaRPr lang="en-US" dirty="0"/>
          </a:p>
        </p:txBody>
      </p:sp>
      <p:sp>
        <p:nvSpPr>
          <p:cNvPr id="7" name="Rectangle 6"/>
          <p:cNvSpPr/>
          <p:nvPr/>
        </p:nvSpPr>
        <p:spPr>
          <a:xfrm>
            <a:off x="4611029" y="2862693"/>
            <a:ext cx="569388" cy="923330"/>
          </a:xfrm>
          <a:prstGeom prst="rect">
            <a:avLst/>
          </a:prstGeom>
          <a:noFill/>
        </p:spPr>
        <p:txBody>
          <a:bodyPr wrap="none" lIns="91440" tIns="45720" rIns="91440" bIns="45720">
            <a:spAutoFit/>
          </a:bodyPr>
          <a:lstStyle/>
          <a:p>
            <a:pPr algn="ctr"/>
            <a:r>
              <a:rPr lang="en-US" sz="540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2</a:t>
            </a:r>
            <a:endParaRPr lang="en-US" sz="5400" b="0"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2" name="Rectangle 61"/>
          <p:cNvSpPr>
            <a:spLocks noGrp="1" noRot="1" noChangeAspect="1" noMove="1" noResize="1" noEditPoints="1" noAdjustHandles="1" noChangeArrowheads="1" noChangeShapeType="1" noTextEdit="1"/>
          </p:cNvSpPr>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p:cNvSpPr>
            <a:spLocks noGrp="1" noRot="1" noChangeAspect="1" noMove="1" noResize="1" noEditPoints="1" noAdjustHandles="1" noChangeArrowheads="1" noChangeShapeType="1" noTextEdit="1"/>
          </p:cNvSpPr>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p:cNvSpPr>
            <a:spLocks noGrp="1"/>
          </p:cNvSpPr>
          <p:nvPr>
            <p:ph type="title"/>
          </p:nvPr>
        </p:nvSpPr>
        <p:spPr>
          <a:xfrm>
            <a:off x="216310" y="-16810"/>
            <a:ext cx="9617238" cy="754230"/>
          </a:xfrm>
        </p:spPr>
        <p:txBody>
          <a:bodyPr vert="horz" lIns="91440" tIns="45720" rIns="91440" bIns="45720" rtlCol="0" anchor="b">
            <a:normAutofit/>
          </a:bodyPr>
          <a:lstStyle/>
          <a:p>
            <a:r>
              <a:rPr lang="en-US" sz="3600" kern="1200" dirty="0">
                <a:solidFill>
                  <a:schemeClr val="tx2"/>
                </a:solidFill>
                <a:latin typeface="Arial" panose="020B0604020202020204" pitchFamily="34" charset="0"/>
                <a:cs typeface="Arial" panose="020B0604020202020204" pitchFamily="34" charset="0"/>
              </a:rPr>
              <a:t>2.1. </a:t>
            </a:r>
            <a:r>
              <a:rPr lang="en-US" sz="3600" dirty="0" err="1">
                <a:solidFill>
                  <a:schemeClr val="tx2"/>
                </a:solidFill>
                <a:latin typeface="Arial" panose="020B0604020202020204" pitchFamily="34" charset="0"/>
                <a:cs typeface="Arial" panose="020B0604020202020204" pitchFamily="34" charset="0"/>
              </a:rPr>
              <a:t>Yêu</a:t>
            </a:r>
            <a:r>
              <a:rPr lang="en-US" sz="3600" dirty="0">
                <a:solidFill>
                  <a:schemeClr val="tx2"/>
                </a:solidFill>
                <a:latin typeface="Arial" panose="020B0604020202020204" pitchFamily="34" charset="0"/>
                <a:cs typeface="Arial" panose="020B0604020202020204" pitchFamily="34" charset="0"/>
              </a:rPr>
              <a:t> </a:t>
            </a:r>
            <a:r>
              <a:rPr lang="en-US" sz="3600" dirty="0" err="1">
                <a:solidFill>
                  <a:schemeClr val="tx2"/>
                </a:solidFill>
                <a:latin typeface="Arial" panose="020B0604020202020204" pitchFamily="34" charset="0"/>
                <a:cs typeface="Arial" panose="020B0604020202020204" pitchFamily="34" charset="0"/>
              </a:rPr>
              <a:t>cầu</a:t>
            </a:r>
            <a:r>
              <a:rPr lang="en-US" sz="3600" dirty="0">
                <a:solidFill>
                  <a:schemeClr val="tx2"/>
                </a:solidFill>
                <a:latin typeface="Arial" panose="020B0604020202020204" pitchFamily="34" charset="0"/>
                <a:cs typeface="Arial" panose="020B0604020202020204" pitchFamily="34" charset="0"/>
              </a:rPr>
              <a:t> </a:t>
            </a:r>
            <a:r>
              <a:rPr lang="en-US" sz="3600" dirty="0" err="1">
                <a:solidFill>
                  <a:schemeClr val="tx2"/>
                </a:solidFill>
                <a:latin typeface="Arial" panose="020B0604020202020204" pitchFamily="34" charset="0"/>
                <a:cs typeface="Arial" panose="020B0604020202020204" pitchFamily="34" charset="0"/>
              </a:rPr>
              <a:t>chức</a:t>
            </a:r>
            <a:r>
              <a:rPr lang="en-US" sz="3600" dirty="0">
                <a:solidFill>
                  <a:schemeClr val="tx2"/>
                </a:solidFill>
                <a:latin typeface="Arial" panose="020B0604020202020204" pitchFamily="34" charset="0"/>
                <a:cs typeface="Arial" panose="020B0604020202020204" pitchFamily="34" charset="0"/>
              </a:rPr>
              <a:t> </a:t>
            </a:r>
            <a:r>
              <a:rPr lang="en-US" sz="3600" dirty="0" err="1">
                <a:solidFill>
                  <a:schemeClr val="tx2"/>
                </a:solidFill>
                <a:latin typeface="Arial" panose="020B0604020202020204" pitchFamily="34" charset="0"/>
                <a:cs typeface="Arial" panose="020B0604020202020204" pitchFamily="34" charset="0"/>
              </a:rPr>
              <a:t>năng</a:t>
            </a:r>
            <a:r>
              <a:rPr lang="en-US" sz="3600" dirty="0">
                <a:solidFill>
                  <a:schemeClr val="tx2"/>
                </a:solidFill>
                <a:latin typeface="Arial" panose="020B0604020202020204" pitchFamily="34" charset="0"/>
                <a:cs typeface="Arial" panose="020B0604020202020204" pitchFamily="34" charset="0"/>
              </a:rPr>
              <a:t> &amp; phi </a:t>
            </a:r>
            <a:r>
              <a:rPr lang="en-US" sz="3600" dirty="0" err="1">
                <a:solidFill>
                  <a:schemeClr val="tx2"/>
                </a:solidFill>
                <a:latin typeface="Arial" panose="020B0604020202020204" pitchFamily="34" charset="0"/>
                <a:cs typeface="Arial" panose="020B0604020202020204" pitchFamily="34" charset="0"/>
              </a:rPr>
              <a:t>chức</a:t>
            </a:r>
            <a:r>
              <a:rPr lang="en-US" sz="3600" dirty="0">
                <a:solidFill>
                  <a:schemeClr val="tx2"/>
                </a:solidFill>
                <a:latin typeface="Arial" panose="020B0604020202020204" pitchFamily="34" charset="0"/>
                <a:cs typeface="Arial" panose="020B0604020202020204" pitchFamily="34" charset="0"/>
              </a:rPr>
              <a:t> </a:t>
            </a:r>
            <a:r>
              <a:rPr lang="en-US" sz="3600" dirty="0" err="1">
                <a:solidFill>
                  <a:schemeClr val="tx2"/>
                </a:solidFill>
                <a:latin typeface="Arial" panose="020B0604020202020204" pitchFamily="34" charset="0"/>
                <a:cs typeface="Arial" panose="020B0604020202020204" pitchFamily="34" charset="0"/>
              </a:rPr>
              <a:t>năng</a:t>
            </a:r>
            <a:endParaRPr lang="en-US" sz="3600" kern="1200" dirty="0">
              <a:solidFill>
                <a:schemeClr val="tx2"/>
              </a:solidFill>
              <a:latin typeface="Arial" panose="020B0604020202020204" pitchFamily="34" charset="0"/>
              <a:cs typeface="Arial" panose="020B0604020202020204" pitchFamily="34" charset="0"/>
            </a:endParaRPr>
          </a:p>
        </p:txBody>
      </p:sp>
      <p:grpSp>
        <p:nvGrpSpPr>
          <p:cNvPr id="45" name="Group 44"/>
          <p:cNvGrpSpPr>
            <a:grpSpLocks noGrp="1" noRot="1" noChangeAspect="1" noMove="1" noResize="1" noUngrp="1"/>
          </p:cNvGrpSpPr>
          <p:nvPr/>
        </p:nvGrpSpPr>
        <p:grpSpPr>
          <a:xfrm>
            <a:off x="8289890" y="0"/>
            <a:ext cx="3902110" cy="2382977"/>
            <a:chOff x="6867015" y="-1"/>
            <a:chExt cx="5324985" cy="3251912"/>
          </a:xfrm>
          <a:solidFill>
            <a:schemeClr val="accent5">
              <a:alpha val="10000"/>
            </a:schemeClr>
          </a:solidFill>
        </p:grpSpPr>
        <p:sp>
          <p:nvSpPr>
            <p:cNvPr id="46" name="Freeform: Shape 45"/>
            <p:cNvSpPr/>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Shape 63"/>
            <p:cNvSpPr/>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Shape 64"/>
            <p:cNvSpPr/>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Freeform: Shape 65"/>
            <p:cNvSpPr/>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Content Placeholder 3"/>
          <p:cNvSpPr>
            <a:spLocks noGrp="1"/>
          </p:cNvSpPr>
          <p:nvPr>
            <p:ph idx="1"/>
          </p:nvPr>
        </p:nvSpPr>
        <p:spPr>
          <a:xfrm>
            <a:off x="294492" y="1350298"/>
            <a:ext cx="11602710" cy="3793833"/>
          </a:xfrm>
        </p:spPr>
        <p:txBody>
          <a:bodyPr>
            <a:noAutofit/>
          </a:bodyPr>
          <a:lstStyle/>
          <a:p>
            <a:pPr marL="0" indent="0">
              <a:buNone/>
            </a:pPr>
            <a:r>
              <a:rPr lang="vi-VN" sz="2200" dirty="0"/>
              <a:t>- Quản lý đặt phòng :Đặt phòng, trả phòng, đổi phòng ,huỷ phòng, gia hạn phòng </a:t>
            </a:r>
            <a:endParaRPr lang="en-US" sz="2200" dirty="0"/>
          </a:p>
          <a:p>
            <a:pPr marL="0" indent="0">
              <a:buNone/>
            </a:pPr>
            <a:r>
              <a:rPr lang="vi-VN" sz="2200" dirty="0"/>
              <a:t>- Quản lý phòng: Thêm phòng, chỉnh sửa thông tin phòng, xóa phòng. </a:t>
            </a:r>
            <a:endParaRPr lang="en-US" sz="2200" dirty="0"/>
          </a:p>
          <a:p>
            <a:pPr marL="0" indent="0">
              <a:buNone/>
            </a:pPr>
            <a:r>
              <a:rPr lang="vi-VN" sz="2200" dirty="0"/>
              <a:t>- Quản lý khách hàng: Thêm, xoá, sửa ,quản lý ưu đãi. </a:t>
            </a:r>
            <a:endParaRPr lang="en-US" sz="2200" dirty="0"/>
          </a:p>
          <a:p>
            <a:pPr marL="0" indent="0">
              <a:buNone/>
            </a:pPr>
            <a:r>
              <a:rPr lang="vi-VN" sz="2200" dirty="0"/>
              <a:t>- Quản lý hóa đơn: Tìm hoá đơn, xuất hoá đơn </a:t>
            </a:r>
            <a:endParaRPr lang="en-US" sz="2200" dirty="0"/>
          </a:p>
          <a:p>
            <a:pPr marL="0" indent="0">
              <a:buNone/>
            </a:pPr>
            <a:r>
              <a:rPr lang="vi-VN" sz="2200" dirty="0"/>
              <a:t>- T</a:t>
            </a:r>
            <a:r>
              <a:rPr lang="vi-VN" sz="2200" dirty="0"/>
              <a:t>ìm kiếm: Tìm phòng, tìm khách hàng, tìm kiếm nhân viên </a:t>
            </a:r>
            <a:endParaRPr lang="en-US" sz="2200" dirty="0"/>
          </a:p>
          <a:p>
            <a:pPr marL="0" indent="0">
              <a:buNone/>
            </a:pPr>
            <a:r>
              <a:rPr lang="vi-VN" sz="2200" dirty="0"/>
              <a:t>- Thống kê: </a:t>
            </a:r>
            <a:endParaRPr lang="en-US" sz="2200" dirty="0"/>
          </a:p>
          <a:p>
            <a:pPr marL="0" indent="0">
              <a:buNone/>
            </a:pPr>
            <a:r>
              <a:rPr lang="vi-VN" sz="2200" dirty="0"/>
              <a:t>+ Nhân viên thống kê: Thống kế doanh thu (theo ngày, theo tháng), thống kế số lượng khách (theo ngày, theo tháng) </a:t>
            </a:r>
            <a:endParaRPr lang="en-US" sz="2200" dirty="0"/>
          </a:p>
          <a:p>
            <a:pPr marL="0" indent="0">
              <a:buNone/>
            </a:pPr>
            <a:r>
              <a:rPr lang="vi-VN" sz="2200" dirty="0"/>
              <a:t>+ Người quản lý thống kê: Thống kế doanh thu( theo ngày, theo tháng, theo quý, theo năm), thống kế số lượng khách( theo ngày, theo tháng, theo quý, theo năm), thống kê sản phẩm ( theo tháng, theo năm). </a:t>
            </a:r>
            <a:endParaRPr lang="en-US" sz="2200" dirty="0"/>
          </a:p>
          <a:p>
            <a:pPr marL="0" indent="0">
              <a:buNone/>
            </a:pPr>
            <a:r>
              <a:rPr lang="vi-VN" sz="2200" dirty="0"/>
              <a:t>- Quản lý nhân viên: Thêm nhân viên, sửa thông tin nhân viên, xóa nhân viên, quản lý ca.</a:t>
            </a:r>
            <a:endParaRPr lang="vi-VN" sz="2200" dirty="0"/>
          </a:p>
        </p:txBody>
      </p:sp>
      <p:grpSp>
        <p:nvGrpSpPr>
          <p:cNvPr id="67" name="Group 66"/>
          <p:cNvGrpSpPr>
            <a:grpSpLocks noGrp="1" noRot="1" noChangeAspect="1" noMove="1" noResize="1" noUngrp="1"/>
          </p:cNvGrpSpPr>
          <p:nvPr/>
        </p:nvGrpSpPr>
        <p:grpSpPr>
          <a:xfrm rot="10800000" flipH="1">
            <a:off x="0" y="4682671"/>
            <a:ext cx="2898948" cy="2175328"/>
            <a:chOff x="-305" y="-1"/>
            <a:chExt cx="3832880" cy="2876136"/>
          </a:xfrm>
        </p:grpSpPr>
        <p:sp>
          <p:nvSpPr>
            <p:cNvPr id="68" name="Freeform: Shape 67"/>
            <p:cNvSpPr/>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Shape 68"/>
            <p:cNvSpPr/>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Shape 69"/>
            <p:cNvSpPr/>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Shape 70"/>
            <p:cNvSpPr/>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itle 1"/>
          <p:cNvSpPr txBox="1"/>
          <p:nvPr/>
        </p:nvSpPr>
        <p:spPr>
          <a:xfrm>
            <a:off x="294492" y="737420"/>
            <a:ext cx="9575294" cy="461460"/>
          </a:xfrm>
          <a:prstGeom prst="rect">
            <a:avLst/>
          </a:prstGeom>
        </p:spPr>
        <p:txBody>
          <a:bodyPr vert="horz" lIns="91440" tIns="45720" rIns="91440" bIns="45720" rtlCol="0" anchor="b">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err="1">
                <a:solidFill>
                  <a:schemeClr val="tx2"/>
                </a:solidFill>
                <a:latin typeface="Arial" panose="020B0604020202020204" pitchFamily="34" charset="0"/>
                <a:cs typeface="Arial" panose="020B0604020202020204" pitchFamily="34" charset="0"/>
              </a:rPr>
              <a:t>Yêu</a:t>
            </a:r>
            <a:r>
              <a:rPr lang="en-US" sz="3600" dirty="0">
                <a:solidFill>
                  <a:schemeClr val="tx2"/>
                </a:solidFill>
                <a:latin typeface="Arial" panose="020B0604020202020204" pitchFamily="34" charset="0"/>
                <a:cs typeface="Arial" panose="020B0604020202020204" pitchFamily="34" charset="0"/>
              </a:rPr>
              <a:t> </a:t>
            </a:r>
            <a:r>
              <a:rPr lang="en-US" sz="3600" dirty="0" err="1">
                <a:solidFill>
                  <a:schemeClr val="tx2"/>
                </a:solidFill>
                <a:latin typeface="Arial" panose="020B0604020202020204" pitchFamily="34" charset="0"/>
                <a:cs typeface="Arial" panose="020B0604020202020204" pitchFamily="34" charset="0"/>
              </a:rPr>
              <a:t>cầu</a:t>
            </a:r>
            <a:r>
              <a:rPr lang="en-US" sz="3600" dirty="0">
                <a:solidFill>
                  <a:schemeClr val="tx2"/>
                </a:solidFill>
                <a:latin typeface="Arial" panose="020B0604020202020204" pitchFamily="34" charset="0"/>
                <a:cs typeface="Arial" panose="020B0604020202020204" pitchFamily="34" charset="0"/>
              </a:rPr>
              <a:t> </a:t>
            </a:r>
            <a:r>
              <a:rPr lang="en-US" sz="3600" dirty="0" err="1">
                <a:solidFill>
                  <a:schemeClr val="tx2"/>
                </a:solidFill>
                <a:latin typeface="Arial" panose="020B0604020202020204" pitchFamily="34" charset="0"/>
                <a:cs typeface="Arial" panose="020B0604020202020204" pitchFamily="34" charset="0"/>
              </a:rPr>
              <a:t>chức</a:t>
            </a:r>
            <a:r>
              <a:rPr lang="en-US" sz="3600" dirty="0">
                <a:solidFill>
                  <a:schemeClr val="tx2"/>
                </a:solidFill>
                <a:latin typeface="Arial" panose="020B0604020202020204" pitchFamily="34" charset="0"/>
                <a:cs typeface="Arial" panose="020B0604020202020204" pitchFamily="34" charset="0"/>
              </a:rPr>
              <a:t> </a:t>
            </a:r>
            <a:r>
              <a:rPr lang="en-US" sz="3600" dirty="0" err="1">
                <a:solidFill>
                  <a:schemeClr val="tx2"/>
                </a:solidFill>
                <a:latin typeface="Arial" panose="020B0604020202020204" pitchFamily="34" charset="0"/>
                <a:cs typeface="Arial" panose="020B0604020202020204" pitchFamily="34" charset="0"/>
              </a:rPr>
              <a:t>năng</a:t>
            </a:r>
            <a:endParaRPr lang="en-US" sz="3600" dirty="0">
              <a:solidFill>
                <a:schemeClr val="tx2"/>
              </a:solidFill>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2" name="Rectangle 61"/>
          <p:cNvSpPr>
            <a:spLocks noGrp="1" noRot="1" noChangeAspect="1" noMove="1" noResize="1" noEditPoints="1" noAdjustHandles="1" noChangeArrowheads="1" noChangeShapeType="1" noTextEdit="1"/>
          </p:cNvSpPr>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p:cNvSpPr>
            <a:spLocks noGrp="1" noRot="1" noChangeAspect="1" noMove="1" noResize="1" noEditPoints="1" noAdjustHandles="1" noChangeArrowheads="1" noChangeShapeType="1" noTextEdit="1"/>
          </p:cNvSpPr>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p:cNvSpPr>
            <a:spLocks noGrp="1"/>
          </p:cNvSpPr>
          <p:nvPr>
            <p:ph type="title"/>
          </p:nvPr>
        </p:nvSpPr>
        <p:spPr>
          <a:xfrm>
            <a:off x="216310" y="-16810"/>
            <a:ext cx="9617238" cy="754230"/>
          </a:xfrm>
        </p:spPr>
        <p:txBody>
          <a:bodyPr vert="horz" lIns="91440" tIns="45720" rIns="91440" bIns="45720" rtlCol="0" anchor="b">
            <a:normAutofit/>
          </a:bodyPr>
          <a:lstStyle/>
          <a:p>
            <a:r>
              <a:rPr lang="en-US" sz="3600" kern="1200" dirty="0">
                <a:solidFill>
                  <a:schemeClr val="tx2"/>
                </a:solidFill>
                <a:latin typeface="Arial" panose="020B0604020202020204" pitchFamily="34" charset="0"/>
                <a:cs typeface="Arial" panose="020B0604020202020204" pitchFamily="34" charset="0"/>
              </a:rPr>
              <a:t>2.1. </a:t>
            </a:r>
            <a:r>
              <a:rPr lang="en-US" sz="3600" dirty="0" err="1">
                <a:solidFill>
                  <a:schemeClr val="tx2"/>
                </a:solidFill>
                <a:latin typeface="Arial" panose="020B0604020202020204" pitchFamily="34" charset="0"/>
                <a:cs typeface="Arial" panose="020B0604020202020204" pitchFamily="34" charset="0"/>
              </a:rPr>
              <a:t>Yêu</a:t>
            </a:r>
            <a:r>
              <a:rPr lang="en-US" sz="3600" dirty="0">
                <a:solidFill>
                  <a:schemeClr val="tx2"/>
                </a:solidFill>
                <a:latin typeface="Arial" panose="020B0604020202020204" pitchFamily="34" charset="0"/>
                <a:cs typeface="Arial" panose="020B0604020202020204" pitchFamily="34" charset="0"/>
              </a:rPr>
              <a:t> </a:t>
            </a:r>
            <a:r>
              <a:rPr lang="en-US" sz="3600" dirty="0" err="1">
                <a:solidFill>
                  <a:schemeClr val="tx2"/>
                </a:solidFill>
                <a:latin typeface="Arial" panose="020B0604020202020204" pitchFamily="34" charset="0"/>
                <a:cs typeface="Arial" panose="020B0604020202020204" pitchFamily="34" charset="0"/>
              </a:rPr>
              <a:t>cầu</a:t>
            </a:r>
            <a:r>
              <a:rPr lang="en-US" sz="3600" dirty="0">
                <a:solidFill>
                  <a:schemeClr val="tx2"/>
                </a:solidFill>
                <a:latin typeface="Arial" panose="020B0604020202020204" pitchFamily="34" charset="0"/>
                <a:cs typeface="Arial" panose="020B0604020202020204" pitchFamily="34" charset="0"/>
              </a:rPr>
              <a:t> </a:t>
            </a:r>
            <a:r>
              <a:rPr lang="en-US" sz="3600" dirty="0" err="1">
                <a:solidFill>
                  <a:schemeClr val="tx2"/>
                </a:solidFill>
                <a:latin typeface="Arial" panose="020B0604020202020204" pitchFamily="34" charset="0"/>
                <a:cs typeface="Arial" panose="020B0604020202020204" pitchFamily="34" charset="0"/>
              </a:rPr>
              <a:t>chức</a:t>
            </a:r>
            <a:r>
              <a:rPr lang="en-US" sz="3600" dirty="0">
                <a:solidFill>
                  <a:schemeClr val="tx2"/>
                </a:solidFill>
                <a:latin typeface="Arial" panose="020B0604020202020204" pitchFamily="34" charset="0"/>
                <a:cs typeface="Arial" panose="020B0604020202020204" pitchFamily="34" charset="0"/>
              </a:rPr>
              <a:t> </a:t>
            </a:r>
            <a:r>
              <a:rPr lang="en-US" sz="3600" dirty="0" err="1">
                <a:solidFill>
                  <a:schemeClr val="tx2"/>
                </a:solidFill>
                <a:latin typeface="Arial" panose="020B0604020202020204" pitchFamily="34" charset="0"/>
                <a:cs typeface="Arial" panose="020B0604020202020204" pitchFamily="34" charset="0"/>
              </a:rPr>
              <a:t>năng</a:t>
            </a:r>
            <a:r>
              <a:rPr lang="en-US" sz="3600" dirty="0">
                <a:solidFill>
                  <a:schemeClr val="tx2"/>
                </a:solidFill>
                <a:latin typeface="Arial" panose="020B0604020202020204" pitchFamily="34" charset="0"/>
                <a:cs typeface="Arial" panose="020B0604020202020204" pitchFamily="34" charset="0"/>
              </a:rPr>
              <a:t> &amp; phi </a:t>
            </a:r>
            <a:r>
              <a:rPr lang="en-US" sz="3600" dirty="0" err="1">
                <a:solidFill>
                  <a:schemeClr val="tx2"/>
                </a:solidFill>
                <a:latin typeface="Arial" panose="020B0604020202020204" pitchFamily="34" charset="0"/>
                <a:cs typeface="Arial" panose="020B0604020202020204" pitchFamily="34" charset="0"/>
              </a:rPr>
              <a:t>chức</a:t>
            </a:r>
            <a:r>
              <a:rPr lang="en-US" sz="3600" dirty="0">
                <a:solidFill>
                  <a:schemeClr val="tx2"/>
                </a:solidFill>
                <a:latin typeface="Arial" panose="020B0604020202020204" pitchFamily="34" charset="0"/>
                <a:cs typeface="Arial" panose="020B0604020202020204" pitchFamily="34" charset="0"/>
              </a:rPr>
              <a:t> </a:t>
            </a:r>
            <a:r>
              <a:rPr lang="en-US" sz="3600" dirty="0" err="1">
                <a:solidFill>
                  <a:schemeClr val="tx2"/>
                </a:solidFill>
                <a:latin typeface="Arial" panose="020B0604020202020204" pitchFamily="34" charset="0"/>
                <a:cs typeface="Arial" panose="020B0604020202020204" pitchFamily="34" charset="0"/>
              </a:rPr>
              <a:t>năng</a:t>
            </a:r>
            <a:endParaRPr lang="en-US" sz="3600" kern="1200" dirty="0">
              <a:solidFill>
                <a:schemeClr val="tx2"/>
              </a:solidFill>
              <a:latin typeface="Arial" panose="020B0604020202020204" pitchFamily="34" charset="0"/>
              <a:cs typeface="Arial" panose="020B0604020202020204" pitchFamily="34" charset="0"/>
            </a:endParaRPr>
          </a:p>
        </p:txBody>
      </p:sp>
      <p:grpSp>
        <p:nvGrpSpPr>
          <p:cNvPr id="45" name="Group 44"/>
          <p:cNvGrpSpPr>
            <a:grpSpLocks noGrp="1" noRot="1" noChangeAspect="1" noMove="1" noResize="1" noUngrp="1"/>
          </p:cNvGrpSpPr>
          <p:nvPr/>
        </p:nvGrpSpPr>
        <p:grpSpPr>
          <a:xfrm>
            <a:off x="8289890" y="0"/>
            <a:ext cx="3902110" cy="2382977"/>
            <a:chOff x="6867015" y="-1"/>
            <a:chExt cx="5324985" cy="3251912"/>
          </a:xfrm>
          <a:solidFill>
            <a:schemeClr val="accent5">
              <a:alpha val="10000"/>
            </a:schemeClr>
          </a:solidFill>
        </p:grpSpPr>
        <p:sp>
          <p:nvSpPr>
            <p:cNvPr id="46" name="Freeform: Shape 45"/>
            <p:cNvSpPr/>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Shape 63"/>
            <p:cNvSpPr/>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Shape 64"/>
            <p:cNvSpPr/>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Freeform: Shape 65"/>
            <p:cNvSpPr/>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Content Placeholder 3"/>
          <p:cNvSpPr>
            <a:spLocks noGrp="1"/>
          </p:cNvSpPr>
          <p:nvPr>
            <p:ph idx="1"/>
          </p:nvPr>
        </p:nvSpPr>
        <p:spPr>
          <a:xfrm>
            <a:off x="294492" y="1350298"/>
            <a:ext cx="11602710" cy="3793833"/>
          </a:xfrm>
        </p:spPr>
        <p:txBody>
          <a:bodyPr>
            <a:noAutofit/>
          </a:bodyPr>
          <a:lstStyle/>
          <a:p>
            <a:pPr marL="0" indent="0">
              <a:buNone/>
            </a:pPr>
            <a:r>
              <a:rPr lang="vi-VN" sz="2200" dirty="0"/>
              <a:t>- Có độ tin cậy cao</a:t>
            </a:r>
            <a:endParaRPr lang="vi-VN" sz="2200" dirty="0"/>
          </a:p>
          <a:p>
            <a:pPr marL="0" indent="0">
              <a:buNone/>
            </a:pPr>
            <a:r>
              <a:rPr lang="vi-VN" sz="2200" dirty="0"/>
              <a:t>- Đảm bảo tính bảo mật</a:t>
            </a:r>
            <a:endParaRPr lang="vi-VN" sz="2200" dirty="0"/>
          </a:p>
          <a:p>
            <a:pPr marL="0" indent="0">
              <a:buNone/>
            </a:pPr>
            <a:r>
              <a:rPr lang="vi-VN" sz="2200" dirty="0"/>
              <a:t>- Giao diện ứng dụng thân thiện, dễ sử dụng</a:t>
            </a:r>
            <a:endParaRPr lang="vi-VN" sz="2200" dirty="0"/>
          </a:p>
          <a:p>
            <a:pPr marL="0" indent="0">
              <a:buNone/>
            </a:pPr>
            <a:r>
              <a:rPr lang="vi-VN" sz="2200" dirty="0"/>
              <a:t>- Tốc độ xử lý nhanh chóng</a:t>
            </a:r>
            <a:endParaRPr lang="vi-VN" sz="2200" dirty="0"/>
          </a:p>
          <a:p>
            <a:pPr marL="0" indent="0">
              <a:buNone/>
            </a:pPr>
            <a:r>
              <a:rPr lang="vi-VN" sz="2200" dirty="0"/>
              <a:t>- Phù hợp với các chính sách của tổ chức sử dụng hệ thống</a:t>
            </a:r>
            <a:endParaRPr lang="vi-VN" sz="2200" dirty="0"/>
          </a:p>
          <a:p>
            <a:pPr marL="0" indent="0">
              <a:buNone/>
            </a:pPr>
            <a:r>
              <a:rPr lang="vi-VN" sz="2200" dirty="0"/>
              <a:t>- Yêu cầu tương thích giữa phần cứng và phần mềm</a:t>
            </a:r>
            <a:endParaRPr lang="vi-VN" sz="2200" dirty="0"/>
          </a:p>
        </p:txBody>
      </p:sp>
      <p:grpSp>
        <p:nvGrpSpPr>
          <p:cNvPr id="67" name="Group 66"/>
          <p:cNvGrpSpPr>
            <a:grpSpLocks noGrp="1" noRot="1" noChangeAspect="1" noMove="1" noResize="1" noUngrp="1"/>
          </p:cNvGrpSpPr>
          <p:nvPr/>
        </p:nvGrpSpPr>
        <p:grpSpPr>
          <a:xfrm rot="10800000" flipH="1">
            <a:off x="0" y="4682671"/>
            <a:ext cx="2898948" cy="2175328"/>
            <a:chOff x="-305" y="-1"/>
            <a:chExt cx="3832880" cy="2876136"/>
          </a:xfrm>
        </p:grpSpPr>
        <p:sp>
          <p:nvSpPr>
            <p:cNvPr id="68" name="Freeform: Shape 67"/>
            <p:cNvSpPr/>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Shape 68"/>
            <p:cNvSpPr/>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Shape 69"/>
            <p:cNvSpPr/>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Shape 70"/>
            <p:cNvSpPr/>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itle 1"/>
          <p:cNvSpPr txBox="1"/>
          <p:nvPr/>
        </p:nvSpPr>
        <p:spPr>
          <a:xfrm>
            <a:off x="294492" y="737420"/>
            <a:ext cx="9575294" cy="461460"/>
          </a:xfrm>
          <a:prstGeom prst="rect">
            <a:avLst/>
          </a:prstGeom>
        </p:spPr>
        <p:txBody>
          <a:bodyPr vert="horz" lIns="91440" tIns="45720" rIns="91440" bIns="45720" rtlCol="0" anchor="b">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err="1">
                <a:solidFill>
                  <a:schemeClr val="tx2"/>
                </a:solidFill>
                <a:latin typeface="Arial" panose="020B0604020202020204" pitchFamily="34" charset="0"/>
                <a:cs typeface="Arial" panose="020B0604020202020204" pitchFamily="34" charset="0"/>
              </a:rPr>
              <a:t>Yêu</a:t>
            </a:r>
            <a:r>
              <a:rPr lang="en-US" sz="3600" dirty="0">
                <a:solidFill>
                  <a:schemeClr val="tx2"/>
                </a:solidFill>
                <a:latin typeface="Arial" panose="020B0604020202020204" pitchFamily="34" charset="0"/>
                <a:cs typeface="Arial" panose="020B0604020202020204" pitchFamily="34" charset="0"/>
              </a:rPr>
              <a:t> </a:t>
            </a:r>
            <a:r>
              <a:rPr lang="en-US" sz="3600" dirty="0" err="1">
                <a:solidFill>
                  <a:schemeClr val="tx2"/>
                </a:solidFill>
                <a:latin typeface="Arial" panose="020B0604020202020204" pitchFamily="34" charset="0"/>
                <a:cs typeface="Arial" panose="020B0604020202020204" pitchFamily="34" charset="0"/>
              </a:rPr>
              <a:t>cầu</a:t>
            </a:r>
            <a:r>
              <a:rPr lang="en-US" sz="3600" dirty="0">
                <a:solidFill>
                  <a:schemeClr val="tx2"/>
                </a:solidFill>
                <a:latin typeface="Arial" panose="020B0604020202020204" pitchFamily="34" charset="0"/>
                <a:cs typeface="Arial" panose="020B0604020202020204" pitchFamily="34" charset="0"/>
              </a:rPr>
              <a:t> phi </a:t>
            </a:r>
            <a:r>
              <a:rPr lang="en-US" sz="3600" dirty="0" err="1">
                <a:solidFill>
                  <a:schemeClr val="tx2"/>
                </a:solidFill>
                <a:latin typeface="Arial" panose="020B0604020202020204" pitchFamily="34" charset="0"/>
                <a:cs typeface="Arial" panose="020B0604020202020204" pitchFamily="34" charset="0"/>
              </a:rPr>
              <a:t>chức</a:t>
            </a:r>
            <a:r>
              <a:rPr lang="en-US" sz="3600" dirty="0">
                <a:solidFill>
                  <a:schemeClr val="tx2"/>
                </a:solidFill>
                <a:latin typeface="Arial" panose="020B0604020202020204" pitchFamily="34" charset="0"/>
                <a:cs typeface="Arial" panose="020B0604020202020204" pitchFamily="34" charset="0"/>
              </a:rPr>
              <a:t> </a:t>
            </a:r>
            <a:r>
              <a:rPr lang="en-US" sz="3600" dirty="0" err="1">
                <a:solidFill>
                  <a:schemeClr val="tx2"/>
                </a:solidFill>
                <a:latin typeface="Arial" panose="020B0604020202020204" pitchFamily="34" charset="0"/>
                <a:cs typeface="Arial" panose="020B0604020202020204" pitchFamily="34" charset="0"/>
              </a:rPr>
              <a:t>năng</a:t>
            </a:r>
            <a:endParaRPr lang="en-US" sz="3600" dirty="0">
              <a:solidFill>
                <a:schemeClr val="tx2"/>
              </a:solidFill>
              <a:latin typeface="Arial" panose="020B0604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2" name="Rectangle 61"/>
          <p:cNvSpPr>
            <a:spLocks noGrp="1" noRot="1" noChangeAspect="1" noMove="1" noResize="1" noEditPoints="1" noAdjustHandles="1" noChangeArrowheads="1" noChangeShapeType="1" noTextEdit="1"/>
          </p:cNvSpPr>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p:cNvSpPr>
            <a:spLocks noGrp="1" noRot="1" noChangeAspect="1" noMove="1" noResize="1" noEditPoints="1" noAdjustHandles="1" noChangeArrowheads="1" noChangeShapeType="1" noTextEdit="1"/>
          </p:cNvSpPr>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p:cNvSpPr>
            <a:spLocks noGrp="1"/>
          </p:cNvSpPr>
          <p:nvPr>
            <p:ph type="title"/>
          </p:nvPr>
        </p:nvSpPr>
        <p:spPr>
          <a:xfrm>
            <a:off x="216310" y="-16810"/>
            <a:ext cx="9617238" cy="754230"/>
          </a:xfrm>
        </p:spPr>
        <p:txBody>
          <a:bodyPr vert="horz" lIns="91440" tIns="45720" rIns="91440" bIns="45720" rtlCol="0" anchor="b">
            <a:normAutofit/>
          </a:bodyPr>
          <a:lstStyle/>
          <a:p>
            <a:r>
              <a:rPr lang="en-US" sz="3600" kern="1200" dirty="0">
                <a:solidFill>
                  <a:schemeClr val="tx2"/>
                </a:solidFill>
                <a:latin typeface="Arial" panose="020B0604020202020204" pitchFamily="34" charset="0"/>
                <a:cs typeface="Arial" panose="020B0604020202020204" pitchFamily="34" charset="0"/>
              </a:rPr>
              <a:t>2.2. </a:t>
            </a:r>
            <a:r>
              <a:rPr lang="en-US" sz="3600" kern="1200" dirty="0" err="1">
                <a:solidFill>
                  <a:schemeClr val="tx2"/>
                </a:solidFill>
                <a:latin typeface="Arial" panose="020B0604020202020204" pitchFamily="34" charset="0"/>
                <a:cs typeface="Arial" panose="020B0604020202020204" pitchFamily="34" charset="0"/>
              </a:rPr>
              <a:t>Sơ</a:t>
            </a:r>
            <a:r>
              <a:rPr lang="en-US" sz="3600" kern="1200" dirty="0">
                <a:solidFill>
                  <a:schemeClr val="tx2"/>
                </a:solidFill>
                <a:latin typeface="Arial" panose="020B0604020202020204" pitchFamily="34" charset="0"/>
                <a:cs typeface="Arial" panose="020B0604020202020204" pitchFamily="34" charset="0"/>
              </a:rPr>
              <a:t> </a:t>
            </a:r>
            <a:r>
              <a:rPr lang="en-US" sz="3600" kern="1200" dirty="0" err="1">
                <a:solidFill>
                  <a:schemeClr val="tx2"/>
                </a:solidFill>
                <a:latin typeface="Arial" panose="020B0604020202020204" pitchFamily="34" charset="0"/>
                <a:cs typeface="Arial" panose="020B0604020202020204" pitchFamily="34" charset="0"/>
              </a:rPr>
              <a:t>đồ</a:t>
            </a:r>
            <a:r>
              <a:rPr lang="en-US" sz="3600" dirty="0">
                <a:solidFill>
                  <a:schemeClr val="tx2"/>
                </a:solidFill>
                <a:latin typeface="Arial" panose="020B0604020202020204" pitchFamily="34" charset="0"/>
                <a:cs typeface="Arial" panose="020B0604020202020204" pitchFamily="34" charset="0"/>
              </a:rPr>
              <a:t> </a:t>
            </a:r>
            <a:r>
              <a:rPr lang="en-US" sz="3600" dirty="0" err="1">
                <a:solidFill>
                  <a:schemeClr val="tx2"/>
                </a:solidFill>
                <a:latin typeface="Arial" panose="020B0604020202020204" pitchFamily="34" charset="0"/>
                <a:cs typeface="Arial" panose="020B0604020202020204" pitchFamily="34" charset="0"/>
              </a:rPr>
              <a:t>usecase</a:t>
            </a:r>
            <a:endParaRPr lang="en-US" sz="3600" kern="1200" dirty="0">
              <a:solidFill>
                <a:schemeClr val="tx2"/>
              </a:solidFill>
              <a:latin typeface="Arial" panose="020B0604020202020204" pitchFamily="34" charset="0"/>
              <a:cs typeface="Arial" panose="020B0604020202020204" pitchFamily="34" charset="0"/>
            </a:endParaRPr>
          </a:p>
        </p:txBody>
      </p:sp>
      <p:grpSp>
        <p:nvGrpSpPr>
          <p:cNvPr id="45" name="Group 44"/>
          <p:cNvGrpSpPr>
            <a:grpSpLocks noGrp="1" noRot="1" noChangeAspect="1" noMove="1" noResize="1" noUngrp="1"/>
          </p:cNvGrpSpPr>
          <p:nvPr/>
        </p:nvGrpSpPr>
        <p:grpSpPr>
          <a:xfrm>
            <a:off x="8289890" y="0"/>
            <a:ext cx="3902110" cy="2382977"/>
            <a:chOff x="6867015" y="-1"/>
            <a:chExt cx="5324985" cy="3251912"/>
          </a:xfrm>
          <a:solidFill>
            <a:schemeClr val="accent5">
              <a:alpha val="10000"/>
            </a:schemeClr>
          </a:solidFill>
        </p:grpSpPr>
        <p:sp>
          <p:nvSpPr>
            <p:cNvPr id="46" name="Freeform: Shape 45"/>
            <p:cNvSpPr/>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Shape 63"/>
            <p:cNvSpPr/>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Shape 64"/>
            <p:cNvSpPr/>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Freeform: Shape 65"/>
            <p:cNvSpPr/>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7" name="Group 66"/>
          <p:cNvGrpSpPr>
            <a:grpSpLocks noGrp="1" noRot="1" noChangeAspect="1" noMove="1" noResize="1" noUngrp="1"/>
          </p:cNvGrpSpPr>
          <p:nvPr/>
        </p:nvGrpSpPr>
        <p:grpSpPr>
          <a:xfrm rot="10800000" flipH="1">
            <a:off x="0" y="4682671"/>
            <a:ext cx="2898948" cy="2175328"/>
            <a:chOff x="-305" y="-1"/>
            <a:chExt cx="3832880" cy="2876136"/>
          </a:xfrm>
        </p:grpSpPr>
        <p:sp>
          <p:nvSpPr>
            <p:cNvPr id="68" name="Freeform: Shape 67"/>
            <p:cNvSpPr/>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Shape 68"/>
            <p:cNvSpPr/>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Shape 69"/>
            <p:cNvSpPr/>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Shape 70"/>
            <p:cNvSpPr/>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046058708" name="image40.png"/>
          <p:cNvPicPr preferRelativeResize="0">
            <a:picLocks noChangeAspect="1"/>
          </p:cNvPicPr>
          <p:nvPr>
            <p:ph idx="1"/>
          </p:nvPr>
        </p:nvPicPr>
        <p:blipFill>
          <a:blip r:embed="rId1"/>
          <a:srcRect/>
          <a:stretch>
            <a:fillRect/>
          </a:stretch>
        </p:blipFill>
        <p:spPr>
          <a:xfrm>
            <a:off x="488315" y="849630"/>
            <a:ext cx="10859135" cy="560006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2" name="Rectangle 61"/>
          <p:cNvSpPr>
            <a:spLocks noGrp="1" noRot="1" noChangeAspect="1" noMove="1" noResize="1" noEditPoints="1" noAdjustHandles="1" noChangeArrowheads="1" noChangeShapeType="1" noTextEdit="1"/>
          </p:cNvSpPr>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p:cNvSpPr>
            <a:spLocks noGrp="1" noRot="1" noChangeAspect="1" noMove="1" noResize="1" noEditPoints="1" noAdjustHandles="1" noChangeArrowheads="1" noChangeShapeType="1" noTextEdit="1"/>
          </p:cNvSpPr>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p:cNvSpPr>
            <a:spLocks noGrp="1"/>
          </p:cNvSpPr>
          <p:nvPr>
            <p:ph type="title"/>
          </p:nvPr>
        </p:nvSpPr>
        <p:spPr>
          <a:xfrm>
            <a:off x="216310" y="-16810"/>
            <a:ext cx="9617238" cy="754230"/>
          </a:xfrm>
        </p:spPr>
        <p:txBody>
          <a:bodyPr vert="horz" lIns="91440" tIns="45720" rIns="91440" bIns="45720" rtlCol="0" anchor="b">
            <a:normAutofit/>
          </a:bodyPr>
          <a:lstStyle/>
          <a:p>
            <a:r>
              <a:rPr lang="en-US" sz="3600" kern="1200" dirty="0">
                <a:solidFill>
                  <a:schemeClr val="tx2"/>
                </a:solidFill>
                <a:latin typeface="Arial" panose="020B0604020202020204" pitchFamily="34" charset="0"/>
                <a:cs typeface="Arial" panose="020B0604020202020204" pitchFamily="34" charset="0"/>
              </a:rPr>
              <a:t>2.2. </a:t>
            </a:r>
            <a:r>
              <a:rPr lang="en-US" sz="3600" kern="1200" dirty="0" err="1">
                <a:solidFill>
                  <a:schemeClr val="tx2"/>
                </a:solidFill>
                <a:latin typeface="Arial" panose="020B0604020202020204" pitchFamily="34" charset="0"/>
                <a:cs typeface="Arial" panose="020B0604020202020204" pitchFamily="34" charset="0"/>
              </a:rPr>
              <a:t>Đặc</a:t>
            </a:r>
            <a:r>
              <a:rPr lang="en-US" sz="3600" kern="1200" dirty="0">
                <a:solidFill>
                  <a:schemeClr val="tx2"/>
                </a:solidFill>
                <a:latin typeface="Arial" panose="020B0604020202020204" pitchFamily="34" charset="0"/>
                <a:cs typeface="Arial" panose="020B0604020202020204" pitchFamily="34" charset="0"/>
              </a:rPr>
              <a:t> </a:t>
            </a:r>
            <a:r>
              <a:rPr lang="en-US" sz="3600" kern="1200" dirty="0" err="1">
                <a:solidFill>
                  <a:schemeClr val="tx2"/>
                </a:solidFill>
                <a:latin typeface="Arial" panose="020B0604020202020204" pitchFamily="34" charset="0"/>
                <a:cs typeface="Arial" panose="020B0604020202020204" pitchFamily="34" charset="0"/>
              </a:rPr>
              <a:t>t</a:t>
            </a:r>
            <a:r>
              <a:rPr lang="en-US" sz="3600" dirty="0" err="1">
                <a:solidFill>
                  <a:schemeClr val="tx2"/>
                </a:solidFill>
                <a:latin typeface="Arial" panose="020B0604020202020204" pitchFamily="34" charset="0"/>
                <a:cs typeface="Arial" panose="020B0604020202020204" pitchFamily="34" charset="0"/>
              </a:rPr>
              <a:t>ả</a:t>
            </a:r>
            <a:r>
              <a:rPr lang="en-US" sz="3600" dirty="0">
                <a:solidFill>
                  <a:schemeClr val="tx2"/>
                </a:solidFill>
                <a:latin typeface="Arial" panose="020B0604020202020204" pitchFamily="34" charset="0"/>
                <a:cs typeface="Arial" panose="020B0604020202020204" pitchFamily="34" charset="0"/>
              </a:rPr>
              <a:t> </a:t>
            </a:r>
            <a:r>
              <a:rPr lang="en-US" sz="3600" dirty="0" err="1">
                <a:solidFill>
                  <a:schemeClr val="tx2"/>
                </a:solidFill>
                <a:latin typeface="Arial" panose="020B0604020202020204" pitchFamily="34" charset="0"/>
                <a:cs typeface="Arial" panose="020B0604020202020204" pitchFamily="34" charset="0"/>
              </a:rPr>
              <a:t>usecase</a:t>
            </a:r>
            <a:r>
              <a:rPr lang="en-US" sz="3600" dirty="0">
                <a:solidFill>
                  <a:schemeClr val="tx2"/>
                </a:solidFill>
                <a:latin typeface="Arial" panose="020B0604020202020204" pitchFamily="34" charset="0"/>
                <a:cs typeface="Arial" panose="020B0604020202020204" pitchFamily="34" charset="0"/>
              </a:rPr>
              <a:t> </a:t>
            </a:r>
            <a:r>
              <a:rPr lang="en-US" sz="3600" dirty="0" err="1">
                <a:solidFill>
                  <a:schemeClr val="tx2"/>
                </a:solidFill>
                <a:latin typeface="Arial" panose="020B0604020202020204" pitchFamily="34" charset="0"/>
                <a:cs typeface="Arial" panose="020B0604020202020204" pitchFamily="34" charset="0"/>
              </a:rPr>
              <a:t>đặt</a:t>
            </a:r>
            <a:r>
              <a:rPr lang="en-US" sz="3600" dirty="0">
                <a:solidFill>
                  <a:schemeClr val="tx2"/>
                </a:solidFill>
                <a:latin typeface="Arial" panose="020B0604020202020204" pitchFamily="34" charset="0"/>
                <a:cs typeface="Arial" panose="020B0604020202020204" pitchFamily="34" charset="0"/>
              </a:rPr>
              <a:t> </a:t>
            </a:r>
            <a:r>
              <a:rPr lang="en-US" sz="3600" dirty="0" err="1">
                <a:solidFill>
                  <a:schemeClr val="tx2"/>
                </a:solidFill>
                <a:latin typeface="Arial" panose="020B0604020202020204" pitchFamily="34" charset="0"/>
                <a:cs typeface="Arial" panose="020B0604020202020204" pitchFamily="34" charset="0"/>
              </a:rPr>
              <a:t>phòng</a:t>
            </a:r>
            <a:endParaRPr lang="en-US" sz="3600" kern="1200" dirty="0">
              <a:solidFill>
                <a:schemeClr val="tx2"/>
              </a:solidFill>
              <a:latin typeface="Arial" panose="020B0604020202020204" pitchFamily="34" charset="0"/>
              <a:cs typeface="Arial" panose="020B0604020202020204" pitchFamily="34" charset="0"/>
            </a:endParaRPr>
          </a:p>
        </p:txBody>
      </p:sp>
      <p:grpSp>
        <p:nvGrpSpPr>
          <p:cNvPr id="45" name="Group 44"/>
          <p:cNvGrpSpPr>
            <a:grpSpLocks noGrp="1" noRot="1" noChangeAspect="1" noMove="1" noResize="1" noUngrp="1"/>
          </p:cNvGrpSpPr>
          <p:nvPr/>
        </p:nvGrpSpPr>
        <p:grpSpPr>
          <a:xfrm>
            <a:off x="8289890" y="0"/>
            <a:ext cx="3902110" cy="2382977"/>
            <a:chOff x="6867015" y="-1"/>
            <a:chExt cx="5324985" cy="3251912"/>
          </a:xfrm>
          <a:solidFill>
            <a:schemeClr val="accent5">
              <a:alpha val="10000"/>
            </a:schemeClr>
          </a:solidFill>
        </p:grpSpPr>
        <p:sp>
          <p:nvSpPr>
            <p:cNvPr id="46" name="Freeform: Shape 45"/>
            <p:cNvSpPr/>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Shape 63"/>
            <p:cNvSpPr/>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Shape 64"/>
            <p:cNvSpPr/>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Freeform: Shape 65"/>
            <p:cNvSpPr/>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7" name="Group 66"/>
          <p:cNvGrpSpPr>
            <a:grpSpLocks noGrp="1" noRot="1" noChangeAspect="1" noMove="1" noResize="1" noUngrp="1"/>
          </p:cNvGrpSpPr>
          <p:nvPr/>
        </p:nvGrpSpPr>
        <p:grpSpPr>
          <a:xfrm rot="10800000" flipH="1">
            <a:off x="0" y="4682671"/>
            <a:ext cx="2898948" cy="2175328"/>
            <a:chOff x="-305" y="-1"/>
            <a:chExt cx="3832880" cy="2876136"/>
          </a:xfrm>
        </p:grpSpPr>
        <p:sp>
          <p:nvSpPr>
            <p:cNvPr id="68" name="Freeform: Shape 67"/>
            <p:cNvSpPr/>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Shape 68"/>
            <p:cNvSpPr/>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Shape 69"/>
            <p:cNvSpPr/>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Shape 70"/>
            <p:cNvSpPr/>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10" name="Content Placeholder 9"/>
          <p:cNvGraphicFramePr>
            <a:graphicFrameLocks noGrp="1"/>
          </p:cNvGraphicFramePr>
          <p:nvPr>
            <p:ph idx="1"/>
          </p:nvPr>
        </p:nvGraphicFramePr>
        <p:xfrm>
          <a:off x="216005" y="737421"/>
          <a:ext cx="11759685" cy="6243260"/>
        </p:xfrm>
        <a:graphic>
          <a:graphicData uri="http://schemas.openxmlformats.org/drawingml/2006/table">
            <a:tbl>
              <a:tblPr/>
              <a:tblGrid>
                <a:gridCol w="4245463"/>
                <a:gridCol w="7514222"/>
              </a:tblGrid>
              <a:tr h="312242">
                <a:tc gridSpan="2">
                  <a:txBody>
                    <a:bodyPr/>
                    <a:lstStyle/>
                    <a:p>
                      <a:pPr rtl="0" fontAlgn="t">
                        <a:spcAft>
                          <a:spcPts val="600"/>
                        </a:spcAft>
                      </a:pPr>
                      <a:r>
                        <a:rPr lang="en-US" sz="2000" b="1" i="0" u="none" strike="noStrike" dirty="0">
                          <a:solidFill>
                            <a:srgbClr val="000000"/>
                          </a:solidFill>
                          <a:effectLst/>
                          <a:latin typeface="Arial" panose="020B0604020202020204" pitchFamily="34" charset="0"/>
                          <a:cs typeface="Arial" panose="020B0604020202020204" pitchFamily="34" charset="0"/>
                        </a:rPr>
                        <a:t>Use case: </a:t>
                      </a:r>
                      <a:r>
                        <a:rPr lang="en-US" sz="2000" b="0" i="1" u="none" strike="noStrike" dirty="0" err="1">
                          <a:solidFill>
                            <a:srgbClr val="000000"/>
                          </a:solidFill>
                          <a:effectLst/>
                          <a:latin typeface="Arial" panose="020B0604020202020204" pitchFamily="34" charset="0"/>
                          <a:cs typeface="Arial" panose="020B0604020202020204" pitchFamily="34" charset="0"/>
                        </a:rPr>
                        <a:t>Quản</a:t>
                      </a:r>
                      <a:r>
                        <a:rPr lang="en-US" sz="2000" b="0" i="1" u="none" strike="noStrike" dirty="0">
                          <a:solidFill>
                            <a:srgbClr val="000000"/>
                          </a:solidFill>
                          <a:effectLst/>
                          <a:latin typeface="Arial" panose="020B0604020202020204" pitchFamily="34" charset="0"/>
                          <a:cs typeface="Arial" panose="020B0604020202020204" pitchFamily="34" charset="0"/>
                        </a:rPr>
                        <a:t> </a:t>
                      </a:r>
                      <a:r>
                        <a:rPr lang="en-US" sz="2000" b="0" i="1" u="none" strike="noStrike" dirty="0" err="1">
                          <a:solidFill>
                            <a:srgbClr val="000000"/>
                          </a:solidFill>
                          <a:effectLst/>
                          <a:latin typeface="Arial" panose="020B0604020202020204" pitchFamily="34" charset="0"/>
                          <a:cs typeface="Arial" panose="020B0604020202020204" pitchFamily="34" charset="0"/>
                        </a:rPr>
                        <a:t>lý</a:t>
                      </a:r>
                      <a:r>
                        <a:rPr lang="en-US" sz="2000" b="0" i="1" u="none" strike="noStrike" dirty="0">
                          <a:solidFill>
                            <a:srgbClr val="000000"/>
                          </a:solidFill>
                          <a:effectLst/>
                          <a:latin typeface="Arial" panose="020B0604020202020204" pitchFamily="34" charset="0"/>
                          <a:cs typeface="Arial" panose="020B0604020202020204" pitchFamily="34" charset="0"/>
                        </a:rPr>
                        <a:t> </a:t>
                      </a:r>
                      <a:r>
                        <a:rPr lang="en-US" sz="2000" b="0" i="1" u="none" strike="noStrike" dirty="0" err="1">
                          <a:solidFill>
                            <a:srgbClr val="000000"/>
                          </a:solidFill>
                          <a:effectLst/>
                          <a:latin typeface="Arial" panose="020B0604020202020204" pitchFamily="34" charset="0"/>
                          <a:cs typeface="Arial" panose="020B0604020202020204" pitchFamily="34" charset="0"/>
                        </a:rPr>
                        <a:t>đặt</a:t>
                      </a:r>
                      <a:r>
                        <a:rPr lang="en-US" sz="2000" b="0" i="1" u="none" strike="noStrike" dirty="0">
                          <a:solidFill>
                            <a:srgbClr val="000000"/>
                          </a:solidFill>
                          <a:effectLst/>
                          <a:latin typeface="Arial" panose="020B0604020202020204" pitchFamily="34" charset="0"/>
                          <a:cs typeface="Arial" panose="020B0604020202020204" pitchFamily="34" charset="0"/>
                        </a:rPr>
                        <a:t> </a:t>
                      </a:r>
                      <a:r>
                        <a:rPr lang="en-US" sz="2000" b="0" i="1" u="none" strike="noStrike" dirty="0" err="1">
                          <a:solidFill>
                            <a:srgbClr val="000000"/>
                          </a:solidFill>
                          <a:effectLst/>
                          <a:latin typeface="Arial" panose="020B0604020202020204" pitchFamily="34" charset="0"/>
                          <a:cs typeface="Arial" panose="020B0604020202020204" pitchFamily="34" charset="0"/>
                        </a:rPr>
                        <a:t>phòng</a:t>
                      </a:r>
                      <a:endParaRPr lang="en-US" sz="2000" dirty="0">
                        <a:effectLst/>
                        <a:latin typeface="Arial" panose="020B0604020202020204" pitchFamily="34" charset="0"/>
                        <a:cs typeface="Arial" panose="020B0604020202020204" pitchFamily="34" charset="0"/>
                      </a:endParaRPr>
                    </a:p>
                  </a:txBody>
                  <a:tcPr marL="9274" marR="9274" marT="9274" marB="927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cPr/>
                </a:tc>
              </a:tr>
              <a:tr h="312242">
                <a:tc>
                  <a:txBody>
                    <a:bodyPr/>
                    <a:lstStyle/>
                    <a:p>
                      <a:pPr algn="just" rtl="0" fontAlgn="t">
                        <a:spcAft>
                          <a:spcPts val="600"/>
                        </a:spcAft>
                      </a:pPr>
                      <a:r>
                        <a:rPr lang="en-US" sz="2000" b="0" i="0" u="none" strike="noStrike" dirty="0" err="1">
                          <a:solidFill>
                            <a:srgbClr val="000000"/>
                          </a:solidFill>
                          <a:effectLst/>
                          <a:latin typeface="Arial" panose="020B0604020202020204" pitchFamily="34" charset="0"/>
                          <a:cs typeface="Arial" panose="020B0604020202020204" pitchFamily="34" charset="0"/>
                        </a:rPr>
                        <a:t>Mục</a:t>
                      </a:r>
                      <a:r>
                        <a:rPr lang="en-US" sz="2000" b="0" i="0" u="none" strike="noStrike" dirty="0">
                          <a:solidFill>
                            <a:srgbClr val="000000"/>
                          </a:solidFill>
                          <a:effectLst/>
                          <a:latin typeface="Arial" panose="020B0604020202020204" pitchFamily="34" charset="0"/>
                          <a:cs typeface="Arial" panose="020B0604020202020204" pitchFamily="34" charset="0"/>
                        </a:rPr>
                        <a:t> </a:t>
                      </a:r>
                      <a:r>
                        <a:rPr lang="en-US" sz="2000" b="0" i="0" u="none" strike="noStrike" dirty="0" err="1">
                          <a:solidFill>
                            <a:srgbClr val="000000"/>
                          </a:solidFill>
                          <a:effectLst/>
                          <a:latin typeface="Arial" panose="020B0604020202020204" pitchFamily="34" charset="0"/>
                          <a:cs typeface="Arial" panose="020B0604020202020204" pitchFamily="34" charset="0"/>
                        </a:rPr>
                        <a:t>đích</a:t>
                      </a:r>
                      <a:r>
                        <a:rPr lang="en-US" sz="2000" b="0" i="0" u="none" strike="noStrike" dirty="0">
                          <a:solidFill>
                            <a:srgbClr val="000000"/>
                          </a:solidFill>
                          <a:effectLst/>
                          <a:latin typeface="Arial" panose="020B0604020202020204" pitchFamily="34" charset="0"/>
                          <a:cs typeface="Arial" panose="020B0604020202020204" pitchFamily="34" charset="0"/>
                        </a:rPr>
                        <a:t>:</a:t>
                      </a:r>
                      <a:endParaRPr lang="en-US" sz="2000" dirty="0">
                        <a:effectLst/>
                        <a:latin typeface="Arial" panose="020B0604020202020204" pitchFamily="34" charset="0"/>
                        <a:cs typeface="Arial" panose="020B0604020202020204" pitchFamily="34" charset="0"/>
                      </a:endParaRPr>
                    </a:p>
                  </a:txBody>
                  <a:tcPr marL="9274" marR="9274" marT="9274" marB="927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t">
                        <a:spcAft>
                          <a:spcPts val="600"/>
                        </a:spcAft>
                      </a:pPr>
                      <a:r>
                        <a:rPr lang="vi-VN" sz="2000" b="0" i="0" u="none" strike="noStrike" dirty="0">
                          <a:solidFill>
                            <a:srgbClr val="000000"/>
                          </a:solidFill>
                          <a:effectLst/>
                          <a:latin typeface="Arial" panose="020B0604020202020204" pitchFamily="34" charset="0"/>
                          <a:cs typeface="Arial" panose="020B0604020202020204" pitchFamily="34" charset="0"/>
                        </a:rPr>
                        <a:t>Khách hàng đặt được phòng mong muốn.</a:t>
                      </a:r>
                      <a:endParaRPr lang="vi-VN" sz="2000" dirty="0">
                        <a:effectLst/>
                        <a:latin typeface="Arial" panose="020B0604020202020204" pitchFamily="34" charset="0"/>
                        <a:cs typeface="Arial" panose="020B0604020202020204" pitchFamily="34" charset="0"/>
                      </a:endParaRPr>
                    </a:p>
                  </a:txBody>
                  <a:tcPr marL="9274" marR="9274" marT="9274" marB="927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606572">
                <a:tc>
                  <a:txBody>
                    <a:bodyPr/>
                    <a:lstStyle/>
                    <a:p>
                      <a:pPr algn="just" rtl="0" fontAlgn="t">
                        <a:spcAft>
                          <a:spcPts val="600"/>
                        </a:spcAft>
                      </a:pPr>
                      <a:r>
                        <a:rPr lang="en-US" sz="2000" b="0" i="0" u="none" strike="noStrike" dirty="0" err="1">
                          <a:solidFill>
                            <a:srgbClr val="000000"/>
                          </a:solidFill>
                          <a:effectLst/>
                          <a:latin typeface="Arial" panose="020B0604020202020204" pitchFamily="34" charset="0"/>
                          <a:cs typeface="Arial" panose="020B0604020202020204" pitchFamily="34" charset="0"/>
                        </a:rPr>
                        <a:t>Mô</a:t>
                      </a:r>
                      <a:r>
                        <a:rPr lang="en-US" sz="2000" b="0" i="0" u="none" strike="noStrike" dirty="0">
                          <a:solidFill>
                            <a:srgbClr val="000000"/>
                          </a:solidFill>
                          <a:effectLst/>
                          <a:latin typeface="Arial" panose="020B0604020202020204" pitchFamily="34" charset="0"/>
                          <a:cs typeface="Arial" panose="020B0604020202020204" pitchFamily="34" charset="0"/>
                        </a:rPr>
                        <a:t> </a:t>
                      </a:r>
                      <a:r>
                        <a:rPr lang="en-US" sz="2000" b="0" i="0" u="none" strike="noStrike" dirty="0" err="1">
                          <a:solidFill>
                            <a:srgbClr val="000000"/>
                          </a:solidFill>
                          <a:effectLst/>
                          <a:latin typeface="Arial" panose="020B0604020202020204" pitchFamily="34" charset="0"/>
                          <a:cs typeface="Arial" panose="020B0604020202020204" pitchFamily="34" charset="0"/>
                        </a:rPr>
                        <a:t>tả</a:t>
                      </a:r>
                      <a:r>
                        <a:rPr lang="en-US" sz="2000" b="0" i="0" u="none" strike="noStrike" dirty="0">
                          <a:solidFill>
                            <a:srgbClr val="000000"/>
                          </a:solidFill>
                          <a:effectLst/>
                          <a:latin typeface="Arial" panose="020B0604020202020204" pitchFamily="34" charset="0"/>
                          <a:cs typeface="Arial" panose="020B0604020202020204" pitchFamily="34" charset="0"/>
                        </a:rPr>
                        <a:t>:</a:t>
                      </a:r>
                      <a:endParaRPr lang="en-US" sz="2000" dirty="0">
                        <a:effectLst/>
                        <a:latin typeface="Arial" panose="020B0604020202020204" pitchFamily="34" charset="0"/>
                        <a:cs typeface="Arial" panose="020B0604020202020204" pitchFamily="34" charset="0"/>
                      </a:endParaRPr>
                    </a:p>
                  </a:txBody>
                  <a:tcPr marL="9274" marR="9274" marT="9274" marB="927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t">
                        <a:spcAft>
                          <a:spcPts val="600"/>
                        </a:spcAft>
                      </a:pPr>
                      <a:r>
                        <a:rPr lang="vi-VN" sz="2000" b="0" i="0" u="none" strike="noStrike">
                          <a:solidFill>
                            <a:srgbClr val="000000"/>
                          </a:solidFill>
                          <a:effectLst/>
                          <a:latin typeface="Arial" panose="020B0604020202020204" pitchFamily="34" charset="0"/>
                          <a:cs typeface="Arial" panose="020B0604020202020204" pitchFamily="34" charset="0"/>
                        </a:rPr>
                        <a:t>Use case cho phép nhân viên giúp cho khách hàng có thể thuê được phòng phù hợp với nhu cầu.</a:t>
                      </a:r>
                      <a:endParaRPr lang="vi-VN" sz="2000">
                        <a:effectLst/>
                        <a:latin typeface="Arial" panose="020B0604020202020204" pitchFamily="34" charset="0"/>
                        <a:cs typeface="Arial" panose="020B0604020202020204" pitchFamily="34" charset="0"/>
                      </a:endParaRPr>
                    </a:p>
                  </a:txBody>
                  <a:tcPr marL="9274" marR="9274" marT="9274" marB="927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312242">
                <a:tc>
                  <a:txBody>
                    <a:bodyPr/>
                    <a:lstStyle/>
                    <a:p>
                      <a:pPr algn="just" rtl="0" fontAlgn="t">
                        <a:spcAft>
                          <a:spcPts val="600"/>
                        </a:spcAft>
                      </a:pPr>
                      <a:r>
                        <a:rPr lang="en-US" sz="2000" b="0" i="0" u="none" strike="noStrike">
                          <a:solidFill>
                            <a:srgbClr val="000000"/>
                          </a:solidFill>
                          <a:effectLst/>
                          <a:latin typeface="Arial" panose="020B0604020202020204" pitchFamily="34" charset="0"/>
                          <a:cs typeface="Arial" panose="020B0604020202020204" pitchFamily="34" charset="0"/>
                        </a:rPr>
                        <a:t>Tác nhân:</a:t>
                      </a:r>
                      <a:endParaRPr lang="en-US" sz="2000">
                        <a:effectLst/>
                        <a:latin typeface="Arial" panose="020B0604020202020204" pitchFamily="34" charset="0"/>
                        <a:cs typeface="Arial" panose="020B0604020202020204" pitchFamily="34" charset="0"/>
                      </a:endParaRPr>
                    </a:p>
                  </a:txBody>
                  <a:tcPr marL="9274" marR="9274" marT="9274" marB="927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t">
                        <a:spcAft>
                          <a:spcPts val="600"/>
                        </a:spcAft>
                      </a:pPr>
                      <a:r>
                        <a:rPr lang="en-US" sz="2000" b="0" i="0" u="none" strike="noStrike">
                          <a:solidFill>
                            <a:srgbClr val="000000"/>
                          </a:solidFill>
                          <a:effectLst/>
                          <a:latin typeface="Arial" panose="020B0604020202020204" pitchFamily="34" charset="0"/>
                          <a:cs typeface="Arial" panose="020B0604020202020204" pitchFamily="34" charset="0"/>
                        </a:rPr>
                        <a:t>Nhân viên.</a:t>
                      </a:r>
                      <a:endParaRPr lang="en-US" sz="2000">
                        <a:effectLst/>
                        <a:latin typeface="Arial" panose="020B0604020202020204" pitchFamily="34" charset="0"/>
                        <a:cs typeface="Arial" panose="020B0604020202020204" pitchFamily="34" charset="0"/>
                      </a:endParaRPr>
                    </a:p>
                  </a:txBody>
                  <a:tcPr marL="9274" marR="9274" marT="9274" marB="927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312242">
                <a:tc>
                  <a:txBody>
                    <a:bodyPr/>
                    <a:lstStyle/>
                    <a:p>
                      <a:pPr algn="just" rtl="0" fontAlgn="t">
                        <a:spcAft>
                          <a:spcPts val="600"/>
                        </a:spcAft>
                      </a:pPr>
                      <a:r>
                        <a:rPr lang="vi-VN" sz="2000" b="0" i="0" u="none" strike="noStrike">
                          <a:solidFill>
                            <a:srgbClr val="000000"/>
                          </a:solidFill>
                          <a:effectLst/>
                          <a:latin typeface="Arial" panose="020B0604020202020204" pitchFamily="34" charset="0"/>
                          <a:cs typeface="Arial" panose="020B0604020202020204" pitchFamily="34" charset="0"/>
                        </a:rPr>
                        <a:t>Điều kiện trước:</a:t>
                      </a:r>
                      <a:endParaRPr lang="vi-VN" sz="2000">
                        <a:effectLst/>
                        <a:latin typeface="Arial" panose="020B0604020202020204" pitchFamily="34" charset="0"/>
                        <a:cs typeface="Arial" panose="020B0604020202020204" pitchFamily="34" charset="0"/>
                      </a:endParaRPr>
                    </a:p>
                  </a:txBody>
                  <a:tcPr marL="9274" marR="9274" marT="9274" marB="927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t">
                        <a:spcAft>
                          <a:spcPts val="600"/>
                        </a:spcAft>
                      </a:pPr>
                      <a:r>
                        <a:rPr lang="en-US" sz="2000" b="0" i="0" u="none" strike="noStrike">
                          <a:solidFill>
                            <a:srgbClr val="000000"/>
                          </a:solidFill>
                          <a:effectLst/>
                          <a:latin typeface="Arial" panose="020B0604020202020204" pitchFamily="34" charset="0"/>
                          <a:cs typeface="Arial" panose="020B0604020202020204" pitchFamily="34" charset="0"/>
                        </a:rPr>
                        <a:t>Đăng nhập thành công vào hệ thống.</a:t>
                      </a:r>
                      <a:endParaRPr lang="en-US" sz="2000">
                        <a:effectLst/>
                        <a:latin typeface="Arial" panose="020B0604020202020204" pitchFamily="34" charset="0"/>
                        <a:cs typeface="Arial" panose="020B0604020202020204" pitchFamily="34" charset="0"/>
                      </a:endParaRPr>
                    </a:p>
                  </a:txBody>
                  <a:tcPr marL="9274" marR="9274" marT="9274" marB="927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606572">
                <a:tc>
                  <a:txBody>
                    <a:bodyPr/>
                    <a:lstStyle/>
                    <a:p>
                      <a:pPr algn="just" rtl="0" fontAlgn="t">
                        <a:spcAft>
                          <a:spcPts val="600"/>
                        </a:spcAft>
                      </a:pPr>
                      <a:r>
                        <a:rPr lang="en-US" sz="2000" b="0" i="0" u="none" strike="noStrike">
                          <a:solidFill>
                            <a:srgbClr val="000000"/>
                          </a:solidFill>
                          <a:effectLst/>
                          <a:latin typeface="Arial" panose="020B0604020202020204" pitchFamily="34" charset="0"/>
                          <a:cs typeface="Arial" panose="020B0604020202020204" pitchFamily="34" charset="0"/>
                        </a:rPr>
                        <a:t>Điều kiện sau:</a:t>
                      </a:r>
                      <a:endParaRPr lang="en-US" sz="2000">
                        <a:effectLst/>
                        <a:latin typeface="Arial" panose="020B0604020202020204" pitchFamily="34" charset="0"/>
                        <a:cs typeface="Arial" panose="020B0604020202020204" pitchFamily="34" charset="0"/>
                      </a:endParaRPr>
                    </a:p>
                  </a:txBody>
                  <a:tcPr marL="9274" marR="9274" marT="9274" marB="927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rtl="0" fontAlgn="t">
                        <a:spcAft>
                          <a:spcPts val="600"/>
                        </a:spcAft>
                      </a:pPr>
                      <a:r>
                        <a:rPr lang="vi-VN" sz="2000" b="0" i="0" u="none" strike="noStrike">
                          <a:solidFill>
                            <a:srgbClr val="000000"/>
                          </a:solidFill>
                          <a:effectLst/>
                          <a:latin typeface="Arial" panose="020B0604020202020204" pitchFamily="34" charset="0"/>
                          <a:cs typeface="Arial" panose="020B0604020202020204" pitchFamily="34" charset="0"/>
                        </a:rPr>
                        <a:t>Khách hàng đặt được phòng và số lượng phòng được cập nhật trên hệ thống.</a:t>
                      </a:r>
                      <a:endParaRPr lang="vi-VN" sz="2000">
                        <a:effectLst/>
                        <a:latin typeface="Arial" panose="020B0604020202020204" pitchFamily="34" charset="0"/>
                        <a:cs typeface="Arial" panose="020B0604020202020204" pitchFamily="34" charset="0"/>
                      </a:endParaRPr>
                    </a:p>
                  </a:txBody>
                  <a:tcPr marL="9274" marR="9274" marT="9274" marB="927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735008">
                <a:tc>
                  <a:txBody>
                    <a:bodyPr/>
                    <a:lstStyle/>
                    <a:p>
                      <a:pPr algn="just" rtl="0" fontAlgn="t">
                        <a:spcAft>
                          <a:spcPts val="600"/>
                        </a:spcAft>
                      </a:pPr>
                      <a:r>
                        <a:rPr lang="en-US" sz="2000" b="0" i="0" u="none" strike="noStrike">
                          <a:solidFill>
                            <a:srgbClr val="000000"/>
                          </a:solidFill>
                          <a:effectLst/>
                          <a:latin typeface="Arial" panose="020B0604020202020204" pitchFamily="34" charset="0"/>
                          <a:cs typeface="Arial" panose="020B0604020202020204" pitchFamily="34" charset="0"/>
                        </a:rPr>
                        <a:t>Luồng sự kiện chính (Basic flows)</a:t>
                      </a:r>
                      <a:endParaRPr lang="en-US" sz="2000">
                        <a:effectLst/>
                        <a:latin typeface="Arial" panose="020B0604020202020204" pitchFamily="34" charset="0"/>
                        <a:cs typeface="Arial" panose="020B0604020202020204" pitchFamily="34" charset="0"/>
                      </a:endParaRPr>
                    </a:p>
                  </a:txBody>
                  <a:tcPr marL="9274" marR="9274" marT="9274" marB="927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t"/>
                      <a:br>
                        <a:rPr lang="en-US" sz="2000">
                          <a:effectLst/>
                          <a:latin typeface="Arial" panose="020B0604020202020204" pitchFamily="34" charset="0"/>
                          <a:cs typeface="Arial" panose="020B0604020202020204" pitchFamily="34" charset="0"/>
                        </a:rPr>
                      </a:br>
                      <a:endParaRPr lang="en-US" sz="2000">
                        <a:effectLst/>
                        <a:latin typeface="Arial" panose="020B0604020202020204" pitchFamily="34" charset="0"/>
                        <a:cs typeface="Arial" panose="020B0604020202020204" pitchFamily="34" charset="0"/>
                      </a:endParaRPr>
                    </a:p>
                  </a:txBody>
                  <a:tcPr marL="9274" marR="9274" marT="9274" marB="927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312242">
                <a:tc>
                  <a:txBody>
                    <a:bodyPr/>
                    <a:lstStyle/>
                    <a:p>
                      <a:pPr algn="ctr" rtl="0" fontAlgn="t">
                        <a:spcAft>
                          <a:spcPts val="600"/>
                        </a:spcAft>
                      </a:pPr>
                      <a:r>
                        <a:rPr lang="en-US" sz="2000" b="0" i="0" u="none" strike="noStrike">
                          <a:solidFill>
                            <a:srgbClr val="000000"/>
                          </a:solidFill>
                          <a:effectLst/>
                          <a:latin typeface="Arial" panose="020B0604020202020204" pitchFamily="34" charset="0"/>
                          <a:cs typeface="Arial" panose="020B0604020202020204" pitchFamily="34" charset="0"/>
                        </a:rPr>
                        <a:t>Actor</a:t>
                      </a:r>
                      <a:endParaRPr lang="en-US" sz="2000">
                        <a:effectLst/>
                        <a:latin typeface="Arial" panose="020B0604020202020204" pitchFamily="34" charset="0"/>
                        <a:cs typeface="Arial" panose="020B0604020202020204" pitchFamily="34" charset="0"/>
                      </a:endParaRPr>
                    </a:p>
                  </a:txBody>
                  <a:tcPr marL="9274" marR="9274" marT="9274" marB="927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spcAft>
                          <a:spcPts val="600"/>
                        </a:spcAft>
                      </a:pPr>
                      <a:r>
                        <a:rPr lang="en-US" sz="2000" b="0" i="0" u="none" strike="noStrike">
                          <a:solidFill>
                            <a:srgbClr val="000000"/>
                          </a:solidFill>
                          <a:effectLst/>
                          <a:latin typeface="Arial" panose="020B0604020202020204" pitchFamily="34" charset="0"/>
                          <a:cs typeface="Arial" panose="020B0604020202020204" pitchFamily="34" charset="0"/>
                        </a:rPr>
                        <a:t>System</a:t>
                      </a:r>
                      <a:endParaRPr lang="en-US" sz="2000">
                        <a:effectLst/>
                        <a:latin typeface="Arial" panose="020B0604020202020204" pitchFamily="34" charset="0"/>
                        <a:cs typeface="Arial" panose="020B0604020202020204" pitchFamily="34" charset="0"/>
                      </a:endParaRPr>
                    </a:p>
                  </a:txBody>
                  <a:tcPr marL="9274" marR="9274" marT="9274" marB="927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794255">
                <a:tc>
                  <a:txBody>
                    <a:bodyPr/>
                    <a:lstStyle/>
                    <a:p>
                      <a:pPr algn="just" rtl="0" fontAlgn="t">
                        <a:spcAft>
                          <a:spcPts val="600"/>
                        </a:spcAft>
                      </a:pPr>
                      <a:r>
                        <a:rPr lang="en-US" sz="2000" b="0" i="0" u="none" strike="noStrike">
                          <a:solidFill>
                            <a:srgbClr val="000000"/>
                          </a:solidFill>
                          <a:effectLst/>
                          <a:latin typeface="Arial" panose="020B0604020202020204" pitchFamily="34" charset="0"/>
                          <a:cs typeface="Arial" panose="020B0604020202020204" pitchFamily="34" charset="0"/>
                        </a:rPr>
                        <a:t>1. Nhân viên chọn phòng trống và chọn chức năng đặt phòng.</a:t>
                      </a:r>
                      <a:endParaRPr lang="en-US" sz="2000">
                        <a:effectLst/>
                        <a:latin typeface="Arial" panose="020B0604020202020204" pitchFamily="34" charset="0"/>
                        <a:cs typeface="Arial" panose="020B0604020202020204" pitchFamily="34" charset="0"/>
                      </a:endParaRPr>
                    </a:p>
                  </a:txBody>
                  <a:tcPr marL="9274" marR="9274" marT="9274" marB="927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7938" cap="flat" cmpd="sng" algn="ctr">
                      <a:solidFill>
                        <a:srgbClr val="000000"/>
                      </a:solidFill>
                      <a:prstDash val="solid"/>
                      <a:round/>
                      <a:headEnd type="none" w="med" len="med"/>
                      <a:tailEnd type="none" w="med" len="med"/>
                    </a:lnB>
                    <a:noFill/>
                  </a:tcPr>
                </a:tc>
                <a:tc>
                  <a:txBody>
                    <a:bodyPr/>
                    <a:lstStyle/>
                    <a:p>
                      <a:pPr fontAlgn="t"/>
                      <a:br>
                        <a:rPr lang="en-US" sz="2000">
                          <a:effectLst/>
                          <a:latin typeface="Arial" panose="020B0604020202020204" pitchFamily="34" charset="0"/>
                          <a:cs typeface="Arial" panose="020B0604020202020204" pitchFamily="34" charset="0"/>
                        </a:rPr>
                      </a:br>
                      <a:endParaRPr lang="en-US" sz="2000">
                        <a:effectLst/>
                        <a:latin typeface="Arial" panose="020B0604020202020204" pitchFamily="34" charset="0"/>
                        <a:cs typeface="Arial" panose="020B0604020202020204" pitchFamily="34" charset="0"/>
                      </a:endParaRPr>
                    </a:p>
                  </a:txBody>
                  <a:tcPr marL="9274" marR="9274" marT="9274" marB="9274">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7938" cap="flat" cmpd="sng" algn="ctr">
                      <a:solidFill>
                        <a:srgbClr val="000000"/>
                      </a:solidFill>
                      <a:prstDash val="solid"/>
                      <a:round/>
                      <a:headEnd type="none" w="med" len="med"/>
                      <a:tailEnd type="none" w="med" len="med"/>
                    </a:lnB>
                    <a:noFill/>
                  </a:tcPr>
                </a:tc>
              </a:tr>
              <a:tr h="674633">
                <a:tc>
                  <a:txBody>
                    <a:bodyPr/>
                    <a:lstStyle/>
                    <a:p>
                      <a:pPr algn="just" rtl="0" fontAlgn="t">
                        <a:spcBef>
                          <a:spcPts val="1200"/>
                        </a:spcBef>
                      </a:pPr>
                      <a:r>
                        <a:rPr lang="en-US" sz="2000" b="0" i="0" u="none" strike="noStrike">
                          <a:solidFill>
                            <a:srgbClr val="000000"/>
                          </a:solidFill>
                          <a:effectLst/>
                          <a:latin typeface="Arial" panose="020B0604020202020204" pitchFamily="34" charset="0"/>
                          <a:cs typeface="Arial" panose="020B0604020202020204" pitchFamily="34" charset="0"/>
                        </a:rPr>
                        <a:t> </a:t>
                      </a:r>
                      <a:endParaRPr lang="en-US" sz="2000">
                        <a:effectLst/>
                        <a:latin typeface="Arial" panose="020B0604020202020204" pitchFamily="34" charset="0"/>
                        <a:cs typeface="Arial" panose="020B0604020202020204" pitchFamily="34" charset="0"/>
                      </a:endParaRPr>
                    </a:p>
                  </a:txBody>
                  <a:tcPr marL="61826" marR="61826" marT="44515" marB="44515">
                    <a:lnL w="7938" cap="flat" cmpd="sng" algn="ctr">
                      <a:solidFill>
                        <a:srgbClr val="000000"/>
                      </a:solidFill>
                      <a:prstDash val="solid"/>
                      <a:round/>
                      <a:headEnd type="none" w="med" len="med"/>
                      <a:tailEnd type="none" w="med" len="med"/>
                    </a:lnL>
                    <a:lnR w="7938" cap="flat" cmpd="sng" algn="ctr">
                      <a:solidFill>
                        <a:srgbClr val="000000"/>
                      </a:solidFill>
                      <a:prstDash val="solid"/>
                      <a:round/>
                      <a:headEnd type="none" w="med" len="med"/>
                      <a:tailEnd type="none" w="med" len="med"/>
                    </a:lnR>
                    <a:lnT w="7938" cap="flat" cmpd="sng" algn="ctr">
                      <a:solidFill>
                        <a:srgbClr val="000000"/>
                      </a:solidFill>
                      <a:prstDash val="solid"/>
                      <a:round/>
                      <a:headEnd type="none" w="med" len="med"/>
                      <a:tailEnd type="none" w="med" len="med"/>
                    </a:lnT>
                    <a:lnB w="7938" cap="flat" cmpd="sng" algn="ctr">
                      <a:solidFill>
                        <a:srgbClr val="000000"/>
                      </a:solidFill>
                      <a:prstDash val="solid"/>
                      <a:round/>
                      <a:headEnd type="none" w="med" len="med"/>
                      <a:tailEnd type="none" w="med" len="med"/>
                    </a:lnB>
                    <a:noFill/>
                  </a:tcPr>
                </a:tc>
                <a:tc>
                  <a:txBody>
                    <a:bodyPr/>
                    <a:lstStyle/>
                    <a:p>
                      <a:pPr algn="just" rtl="0" fontAlgn="t">
                        <a:spcBef>
                          <a:spcPts val="1200"/>
                        </a:spcBef>
                      </a:pPr>
                      <a:r>
                        <a:rPr lang="en-US" sz="2000" b="0" i="0" u="none" strike="noStrike">
                          <a:solidFill>
                            <a:srgbClr val="000000"/>
                          </a:solidFill>
                          <a:effectLst/>
                          <a:latin typeface="Arial" panose="020B0604020202020204" pitchFamily="34" charset="0"/>
                          <a:cs typeface="Arial" panose="020B0604020202020204" pitchFamily="34" charset="0"/>
                        </a:rPr>
                        <a:t>2. Hệ thống hiển thị giao dịch Thuê phòng gồm : số phòng, số điện thoại, họ tên khách hàng</a:t>
                      </a:r>
                      <a:endParaRPr lang="en-US" sz="2000">
                        <a:effectLst/>
                        <a:latin typeface="Arial" panose="020B0604020202020204" pitchFamily="34" charset="0"/>
                        <a:cs typeface="Arial" panose="020B0604020202020204" pitchFamily="34" charset="0"/>
                      </a:endParaRPr>
                    </a:p>
                  </a:txBody>
                  <a:tcPr marL="61826" marR="61826" marT="44515" marB="44515">
                    <a:lnL w="7938" cap="flat" cmpd="sng" algn="ctr">
                      <a:solidFill>
                        <a:srgbClr val="000000"/>
                      </a:solidFill>
                      <a:prstDash val="solid"/>
                      <a:round/>
                      <a:headEnd type="none" w="med" len="med"/>
                      <a:tailEnd type="none" w="med" len="med"/>
                    </a:lnL>
                    <a:lnR w="7938" cap="flat" cmpd="sng" algn="ctr">
                      <a:solidFill>
                        <a:srgbClr val="000000"/>
                      </a:solidFill>
                      <a:prstDash val="solid"/>
                      <a:round/>
                      <a:headEnd type="none" w="med" len="med"/>
                      <a:tailEnd type="none" w="med" len="med"/>
                    </a:lnR>
                    <a:lnT w="7938" cap="flat" cmpd="sng" algn="ctr">
                      <a:solidFill>
                        <a:srgbClr val="000000"/>
                      </a:solidFill>
                      <a:prstDash val="solid"/>
                      <a:round/>
                      <a:headEnd type="none" w="med" len="med"/>
                      <a:tailEnd type="none" w="med" len="med"/>
                    </a:lnT>
                    <a:lnB w="7938" cap="flat" cmpd="sng" algn="ctr">
                      <a:solidFill>
                        <a:srgbClr val="000000"/>
                      </a:solidFill>
                      <a:prstDash val="solid"/>
                      <a:round/>
                      <a:headEnd type="none" w="med" len="med"/>
                      <a:tailEnd type="none" w="med" len="med"/>
                    </a:lnB>
                    <a:noFill/>
                  </a:tcPr>
                </a:tc>
              </a:tr>
              <a:tr h="1142331">
                <a:tc>
                  <a:txBody>
                    <a:bodyPr/>
                    <a:lstStyle/>
                    <a:p>
                      <a:pPr algn="just" rtl="0" fontAlgn="t">
                        <a:spcBef>
                          <a:spcPts val="1200"/>
                        </a:spcBef>
                      </a:pPr>
                      <a:r>
                        <a:rPr lang="en-US" sz="2000" b="0" i="0" u="none" strike="noStrike" dirty="0">
                          <a:solidFill>
                            <a:srgbClr val="000000"/>
                          </a:solidFill>
                          <a:effectLst/>
                          <a:latin typeface="Arial" panose="020B0604020202020204" pitchFamily="34" charset="0"/>
                          <a:cs typeface="Arial" panose="020B0604020202020204" pitchFamily="34" charset="0"/>
                        </a:rPr>
                        <a:t>3. </a:t>
                      </a:r>
                      <a:r>
                        <a:rPr lang="en-US" sz="2000" b="0" i="0" u="none" strike="noStrike" dirty="0" err="1">
                          <a:solidFill>
                            <a:srgbClr val="000000"/>
                          </a:solidFill>
                          <a:effectLst/>
                          <a:latin typeface="Arial" panose="020B0604020202020204" pitchFamily="34" charset="0"/>
                          <a:cs typeface="Arial" panose="020B0604020202020204" pitchFamily="34" charset="0"/>
                        </a:rPr>
                        <a:t>Nhân</a:t>
                      </a:r>
                      <a:r>
                        <a:rPr lang="en-US" sz="2000" b="0" i="0" u="none" strike="noStrike" dirty="0">
                          <a:solidFill>
                            <a:srgbClr val="000000"/>
                          </a:solidFill>
                          <a:effectLst/>
                          <a:latin typeface="Arial" panose="020B0604020202020204" pitchFamily="34" charset="0"/>
                          <a:cs typeface="Arial" panose="020B0604020202020204" pitchFamily="34" charset="0"/>
                        </a:rPr>
                        <a:t> </a:t>
                      </a:r>
                      <a:r>
                        <a:rPr lang="en-US" sz="2000" b="0" i="0" u="none" strike="noStrike" dirty="0" err="1">
                          <a:solidFill>
                            <a:srgbClr val="000000"/>
                          </a:solidFill>
                          <a:effectLst/>
                          <a:latin typeface="Arial" panose="020B0604020202020204" pitchFamily="34" charset="0"/>
                          <a:cs typeface="Arial" panose="020B0604020202020204" pitchFamily="34" charset="0"/>
                        </a:rPr>
                        <a:t>viên</a:t>
                      </a:r>
                      <a:r>
                        <a:rPr lang="en-US" sz="2000" b="0" i="0" u="none" strike="noStrike" dirty="0">
                          <a:solidFill>
                            <a:srgbClr val="000000"/>
                          </a:solidFill>
                          <a:effectLst/>
                          <a:latin typeface="Arial" panose="020B0604020202020204" pitchFamily="34" charset="0"/>
                          <a:cs typeface="Arial" panose="020B0604020202020204" pitchFamily="34" charset="0"/>
                        </a:rPr>
                        <a:t> </a:t>
                      </a:r>
                      <a:r>
                        <a:rPr lang="en-US" sz="2000" b="0" i="0" u="none" strike="noStrike" dirty="0" err="1">
                          <a:solidFill>
                            <a:srgbClr val="000000"/>
                          </a:solidFill>
                          <a:effectLst/>
                          <a:latin typeface="Arial" panose="020B0604020202020204" pitchFamily="34" charset="0"/>
                          <a:cs typeface="Arial" panose="020B0604020202020204" pitchFamily="34" charset="0"/>
                        </a:rPr>
                        <a:t>tiếp</a:t>
                      </a:r>
                      <a:r>
                        <a:rPr lang="en-US" sz="2000" b="0" i="0" u="none" strike="noStrike" dirty="0">
                          <a:solidFill>
                            <a:srgbClr val="000000"/>
                          </a:solidFill>
                          <a:effectLst/>
                          <a:latin typeface="Arial" panose="020B0604020202020204" pitchFamily="34" charset="0"/>
                          <a:cs typeface="Arial" panose="020B0604020202020204" pitchFamily="34" charset="0"/>
                        </a:rPr>
                        <a:t> </a:t>
                      </a:r>
                      <a:r>
                        <a:rPr lang="en-US" sz="2000" b="0" i="0" u="none" strike="noStrike" dirty="0" err="1">
                          <a:solidFill>
                            <a:srgbClr val="000000"/>
                          </a:solidFill>
                          <a:effectLst/>
                          <a:latin typeface="Arial" panose="020B0604020202020204" pitchFamily="34" charset="0"/>
                          <a:cs typeface="Arial" panose="020B0604020202020204" pitchFamily="34" charset="0"/>
                        </a:rPr>
                        <a:t>tân</a:t>
                      </a:r>
                      <a:r>
                        <a:rPr lang="en-US" sz="2000" b="0" i="0" u="none" strike="noStrike" dirty="0">
                          <a:solidFill>
                            <a:srgbClr val="000000"/>
                          </a:solidFill>
                          <a:effectLst/>
                          <a:latin typeface="Arial" panose="020B0604020202020204" pitchFamily="34" charset="0"/>
                          <a:cs typeface="Arial" panose="020B0604020202020204" pitchFamily="34" charset="0"/>
                        </a:rPr>
                        <a:t> </a:t>
                      </a:r>
                      <a:r>
                        <a:rPr lang="en-US" sz="2000" b="0" i="0" u="none" strike="noStrike" dirty="0" err="1">
                          <a:solidFill>
                            <a:srgbClr val="000000"/>
                          </a:solidFill>
                          <a:effectLst/>
                          <a:latin typeface="Arial" panose="020B0604020202020204" pitchFamily="34" charset="0"/>
                          <a:cs typeface="Arial" panose="020B0604020202020204" pitchFamily="34" charset="0"/>
                        </a:rPr>
                        <a:t>nhập</a:t>
                      </a:r>
                      <a:r>
                        <a:rPr lang="en-US" sz="2000" b="0" i="0" u="none" strike="noStrike" dirty="0">
                          <a:solidFill>
                            <a:srgbClr val="000000"/>
                          </a:solidFill>
                          <a:effectLst/>
                          <a:latin typeface="Arial" panose="020B0604020202020204" pitchFamily="34" charset="0"/>
                          <a:cs typeface="Arial" panose="020B0604020202020204" pitchFamily="34" charset="0"/>
                        </a:rPr>
                        <a:t> </a:t>
                      </a:r>
                      <a:r>
                        <a:rPr lang="en-US" sz="2000" b="0" i="0" u="none" strike="noStrike" dirty="0" err="1">
                          <a:solidFill>
                            <a:srgbClr val="000000"/>
                          </a:solidFill>
                          <a:effectLst/>
                          <a:latin typeface="Arial" panose="020B0604020202020204" pitchFamily="34" charset="0"/>
                          <a:cs typeface="Arial" panose="020B0604020202020204" pitchFamily="34" charset="0"/>
                        </a:rPr>
                        <a:t>thông</a:t>
                      </a:r>
                      <a:r>
                        <a:rPr lang="en-US" sz="2000" b="0" i="0" u="none" strike="noStrike" dirty="0">
                          <a:solidFill>
                            <a:srgbClr val="000000"/>
                          </a:solidFill>
                          <a:effectLst/>
                          <a:latin typeface="Arial" panose="020B0604020202020204" pitchFamily="34" charset="0"/>
                          <a:cs typeface="Arial" panose="020B0604020202020204" pitchFamily="34" charset="0"/>
                        </a:rPr>
                        <a:t> tin: </a:t>
                      </a:r>
                      <a:r>
                        <a:rPr lang="en-US" sz="2000" b="0" i="0" u="none" strike="noStrike" dirty="0" err="1">
                          <a:solidFill>
                            <a:srgbClr val="000000"/>
                          </a:solidFill>
                          <a:effectLst/>
                          <a:latin typeface="Arial" panose="020B0604020202020204" pitchFamily="34" charset="0"/>
                          <a:cs typeface="Arial" panose="020B0604020202020204" pitchFamily="34" charset="0"/>
                        </a:rPr>
                        <a:t>số</a:t>
                      </a:r>
                      <a:r>
                        <a:rPr lang="en-US" sz="2000" b="0" i="0" u="none" strike="noStrike" dirty="0">
                          <a:solidFill>
                            <a:srgbClr val="000000"/>
                          </a:solidFill>
                          <a:effectLst/>
                          <a:latin typeface="Arial" panose="020B0604020202020204" pitchFamily="34" charset="0"/>
                          <a:cs typeface="Arial" panose="020B0604020202020204" pitchFamily="34" charset="0"/>
                        </a:rPr>
                        <a:t> </a:t>
                      </a:r>
                      <a:r>
                        <a:rPr lang="en-US" sz="2000" b="0" i="0" u="none" strike="noStrike" dirty="0" err="1">
                          <a:solidFill>
                            <a:srgbClr val="000000"/>
                          </a:solidFill>
                          <a:effectLst/>
                          <a:latin typeface="Arial" panose="020B0604020202020204" pitchFamily="34" charset="0"/>
                          <a:cs typeface="Arial" panose="020B0604020202020204" pitchFamily="34" charset="0"/>
                        </a:rPr>
                        <a:t>điện</a:t>
                      </a:r>
                      <a:r>
                        <a:rPr lang="en-US" sz="2000" b="0" i="0" u="none" strike="noStrike" dirty="0">
                          <a:solidFill>
                            <a:srgbClr val="000000"/>
                          </a:solidFill>
                          <a:effectLst/>
                          <a:latin typeface="Arial" panose="020B0604020202020204" pitchFamily="34" charset="0"/>
                          <a:cs typeface="Arial" panose="020B0604020202020204" pitchFamily="34" charset="0"/>
                        </a:rPr>
                        <a:t> </a:t>
                      </a:r>
                      <a:r>
                        <a:rPr lang="en-US" sz="2000" b="0" i="0" u="none" strike="noStrike" dirty="0" err="1">
                          <a:solidFill>
                            <a:srgbClr val="000000"/>
                          </a:solidFill>
                          <a:effectLst/>
                          <a:latin typeface="Arial" panose="020B0604020202020204" pitchFamily="34" charset="0"/>
                          <a:cs typeface="Arial" panose="020B0604020202020204" pitchFamily="34" charset="0"/>
                        </a:rPr>
                        <a:t>thoại</a:t>
                      </a:r>
                      <a:r>
                        <a:rPr lang="en-US" sz="2000" b="0" i="0" u="none" strike="noStrike" dirty="0">
                          <a:solidFill>
                            <a:srgbClr val="000000"/>
                          </a:solidFill>
                          <a:effectLst/>
                          <a:latin typeface="Arial" panose="020B0604020202020204" pitchFamily="34" charset="0"/>
                          <a:cs typeface="Arial" panose="020B0604020202020204" pitchFamily="34" charset="0"/>
                        </a:rPr>
                        <a:t> </a:t>
                      </a:r>
                      <a:r>
                        <a:rPr lang="en-US" sz="2000" b="0" i="0" u="none" strike="noStrike" dirty="0" err="1">
                          <a:solidFill>
                            <a:srgbClr val="000000"/>
                          </a:solidFill>
                          <a:effectLst/>
                          <a:latin typeface="Arial" panose="020B0604020202020204" pitchFamily="34" charset="0"/>
                          <a:cs typeface="Arial" panose="020B0604020202020204" pitchFamily="34" charset="0"/>
                        </a:rPr>
                        <a:t>của</a:t>
                      </a:r>
                      <a:r>
                        <a:rPr lang="en-US" sz="2000" b="0" i="0" u="none" strike="noStrike" dirty="0">
                          <a:solidFill>
                            <a:srgbClr val="000000"/>
                          </a:solidFill>
                          <a:effectLst/>
                          <a:latin typeface="Arial" panose="020B0604020202020204" pitchFamily="34" charset="0"/>
                          <a:cs typeface="Arial" panose="020B0604020202020204" pitchFamily="34" charset="0"/>
                        </a:rPr>
                        <a:t> </a:t>
                      </a:r>
                      <a:r>
                        <a:rPr lang="en-US" sz="2000" b="0" i="0" u="none" strike="noStrike" dirty="0" err="1">
                          <a:solidFill>
                            <a:srgbClr val="000000"/>
                          </a:solidFill>
                          <a:effectLst/>
                          <a:latin typeface="Arial" panose="020B0604020202020204" pitchFamily="34" charset="0"/>
                          <a:cs typeface="Arial" panose="020B0604020202020204" pitchFamily="34" charset="0"/>
                        </a:rPr>
                        <a:t>khách</a:t>
                      </a:r>
                      <a:r>
                        <a:rPr lang="en-US" sz="2000" b="0" i="0" u="none" strike="noStrike" dirty="0">
                          <a:solidFill>
                            <a:srgbClr val="000000"/>
                          </a:solidFill>
                          <a:effectLst/>
                          <a:latin typeface="Arial" panose="020B0604020202020204" pitchFamily="34" charset="0"/>
                          <a:cs typeface="Arial" panose="020B0604020202020204" pitchFamily="34" charset="0"/>
                        </a:rPr>
                        <a:t> </a:t>
                      </a:r>
                      <a:r>
                        <a:rPr lang="en-US" sz="2000" b="0" i="0" u="none" strike="noStrike" dirty="0" err="1">
                          <a:solidFill>
                            <a:srgbClr val="000000"/>
                          </a:solidFill>
                          <a:effectLst/>
                          <a:latin typeface="Arial" panose="020B0604020202020204" pitchFamily="34" charset="0"/>
                          <a:cs typeface="Arial" panose="020B0604020202020204" pitchFamily="34" charset="0"/>
                        </a:rPr>
                        <a:t>hàng</a:t>
                      </a:r>
                      <a:r>
                        <a:rPr lang="en-US" sz="2000" b="0" i="0" u="none" strike="noStrike" dirty="0">
                          <a:solidFill>
                            <a:srgbClr val="000000"/>
                          </a:solidFill>
                          <a:effectLst/>
                          <a:latin typeface="Arial" panose="020B0604020202020204" pitchFamily="34" charset="0"/>
                          <a:cs typeface="Arial" panose="020B0604020202020204" pitchFamily="34" charset="0"/>
                        </a:rPr>
                        <a:t>.</a:t>
                      </a:r>
                      <a:endParaRPr lang="en-US" sz="2000" dirty="0">
                        <a:effectLst/>
                        <a:latin typeface="Arial" panose="020B0604020202020204" pitchFamily="34" charset="0"/>
                        <a:cs typeface="Arial" panose="020B0604020202020204" pitchFamily="34" charset="0"/>
                      </a:endParaRPr>
                    </a:p>
                  </a:txBody>
                  <a:tcPr marL="61826" marR="61826" marT="44515" marB="44515">
                    <a:lnL w="7938" cap="flat" cmpd="sng" algn="ctr">
                      <a:solidFill>
                        <a:srgbClr val="000000"/>
                      </a:solidFill>
                      <a:prstDash val="solid"/>
                      <a:round/>
                      <a:headEnd type="none" w="med" len="med"/>
                      <a:tailEnd type="none" w="med" len="med"/>
                    </a:lnL>
                    <a:lnR w="7938" cap="flat" cmpd="sng" algn="ctr">
                      <a:solidFill>
                        <a:srgbClr val="000000"/>
                      </a:solidFill>
                      <a:prstDash val="solid"/>
                      <a:round/>
                      <a:headEnd type="none" w="med" len="med"/>
                      <a:tailEnd type="none" w="med" len="med"/>
                    </a:lnR>
                    <a:lnT w="7938" cap="flat" cmpd="sng" algn="ctr">
                      <a:solidFill>
                        <a:srgbClr val="000000"/>
                      </a:solidFill>
                      <a:prstDash val="solid"/>
                      <a:round/>
                      <a:headEnd type="none" w="med" len="med"/>
                      <a:tailEnd type="none" w="med" len="med"/>
                    </a:lnT>
                    <a:lnB w="7938" cap="flat" cmpd="sng" algn="ctr">
                      <a:solidFill>
                        <a:srgbClr val="000000"/>
                      </a:solidFill>
                      <a:prstDash val="solid"/>
                      <a:round/>
                      <a:headEnd type="none" w="med" len="med"/>
                      <a:tailEnd type="none" w="med" len="med"/>
                    </a:lnB>
                    <a:noFill/>
                  </a:tcPr>
                </a:tc>
                <a:tc>
                  <a:txBody>
                    <a:bodyPr/>
                    <a:lstStyle/>
                    <a:p>
                      <a:pPr algn="just" rtl="0" fontAlgn="t">
                        <a:spcBef>
                          <a:spcPts val="1200"/>
                        </a:spcBef>
                      </a:pPr>
                      <a:r>
                        <a:rPr lang="en-US" sz="2000" b="0" i="0" u="none" strike="noStrike" dirty="0">
                          <a:solidFill>
                            <a:srgbClr val="000000"/>
                          </a:solidFill>
                          <a:effectLst/>
                          <a:latin typeface="Arial" panose="020B0604020202020204" pitchFamily="34" charset="0"/>
                          <a:cs typeface="Arial" panose="020B0604020202020204" pitchFamily="34" charset="0"/>
                        </a:rPr>
                        <a:t> </a:t>
                      </a:r>
                      <a:endParaRPr lang="en-US" sz="2000" dirty="0">
                        <a:effectLst/>
                        <a:latin typeface="Arial" panose="020B0604020202020204" pitchFamily="34" charset="0"/>
                        <a:cs typeface="Arial" panose="020B0604020202020204" pitchFamily="34" charset="0"/>
                      </a:endParaRPr>
                    </a:p>
                  </a:txBody>
                  <a:tcPr marL="61826" marR="61826" marT="44515" marB="44515">
                    <a:lnL w="7938" cap="flat" cmpd="sng" algn="ctr">
                      <a:solidFill>
                        <a:srgbClr val="000000"/>
                      </a:solidFill>
                      <a:prstDash val="solid"/>
                      <a:round/>
                      <a:headEnd type="none" w="med" len="med"/>
                      <a:tailEnd type="none" w="med" len="med"/>
                    </a:lnL>
                    <a:lnR w="7938" cap="flat" cmpd="sng" algn="ctr">
                      <a:solidFill>
                        <a:srgbClr val="000000"/>
                      </a:solidFill>
                      <a:prstDash val="solid"/>
                      <a:round/>
                      <a:headEnd type="none" w="med" len="med"/>
                      <a:tailEnd type="none" w="med" len="med"/>
                    </a:lnR>
                    <a:lnT w="7938" cap="flat" cmpd="sng" algn="ctr">
                      <a:solidFill>
                        <a:srgbClr val="000000"/>
                      </a:solidFill>
                      <a:prstDash val="solid"/>
                      <a:round/>
                      <a:headEnd type="none" w="med" len="med"/>
                      <a:tailEnd type="none" w="med" len="med"/>
                    </a:lnT>
                    <a:lnB w="7938" cap="flat" cmpd="sng" algn="ctr">
                      <a:solidFill>
                        <a:srgbClr val="000000"/>
                      </a:solidFill>
                      <a:prstDash val="solid"/>
                      <a:round/>
                      <a:headEnd type="none" w="med" len="med"/>
                      <a:tailEnd type="none" w="med" len="med"/>
                    </a:lnB>
                    <a:noFill/>
                  </a:tcPr>
                </a:tc>
              </a:tr>
            </a:tbl>
          </a:graphicData>
        </a:graphic>
      </p:graphicFrame>
      <p:sp>
        <p:nvSpPr>
          <p:cNvPr id="11" name="Rectangle 2"/>
          <p:cNvSpPr>
            <a:spLocks noChangeArrowheads="1"/>
          </p:cNvSpPr>
          <p:nvPr/>
        </p:nvSpPr>
        <p:spPr bwMode="auto">
          <a:xfrm>
            <a:off x="3562350" y="17716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2" name="Rectangle 61"/>
          <p:cNvSpPr>
            <a:spLocks noGrp="1" noRot="1" noChangeAspect="1" noMove="1" noResize="1" noEditPoints="1" noAdjustHandles="1" noChangeArrowheads="1" noChangeShapeType="1" noTextEdit="1"/>
          </p:cNvSpPr>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p:cNvSpPr>
            <a:spLocks noGrp="1" noRot="1" noChangeAspect="1" noMove="1" noResize="1" noEditPoints="1" noAdjustHandles="1" noChangeArrowheads="1" noChangeShapeType="1" noTextEdit="1"/>
          </p:cNvSpPr>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45" name="Group 44"/>
          <p:cNvGrpSpPr>
            <a:grpSpLocks noGrp="1" noRot="1" noChangeAspect="1" noMove="1" noResize="1" noUngrp="1"/>
          </p:cNvGrpSpPr>
          <p:nvPr/>
        </p:nvGrpSpPr>
        <p:grpSpPr>
          <a:xfrm>
            <a:off x="8289890" y="0"/>
            <a:ext cx="3902110" cy="2382977"/>
            <a:chOff x="6867015" y="-1"/>
            <a:chExt cx="5324985" cy="3251912"/>
          </a:xfrm>
          <a:solidFill>
            <a:schemeClr val="accent5">
              <a:alpha val="10000"/>
            </a:schemeClr>
          </a:solidFill>
        </p:grpSpPr>
        <p:sp>
          <p:nvSpPr>
            <p:cNvPr id="46" name="Freeform: Shape 45"/>
            <p:cNvSpPr/>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Shape 63"/>
            <p:cNvSpPr/>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Shape 64"/>
            <p:cNvSpPr/>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Freeform: Shape 65"/>
            <p:cNvSpPr/>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7" name="Group 66"/>
          <p:cNvGrpSpPr>
            <a:grpSpLocks noGrp="1" noRot="1" noChangeAspect="1" noMove="1" noResize="1" noUngrp="1"/>
          </p:cNvGrpSpPr>
          <p:nvPr/>
        </p:nvGrpSpPr>
        <p:grpSpPr>
          <a:xfrm rot="10800000" flipH="1">
            <a:off x="0" y="4682671"/>
            <a:ext cx="2898948" cy="2175328"/>
            <a:chOff x="-305" y="-1"/>
            <a:chExt cx="3832880" cy="2876136"/>
          </a:xfrm>
        </p:grpSpPr>
        <p:sp>
          <p:nvSpPr>
            <p:cNvPr id="68" name="Freeform: Shape 67"/>
            <p:cNvSpPr/>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Shape 68"/>
            <p:cNvSpPr/>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Shape 69"/>
            <p:cNvSpPr/>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Shape 70"/>
            <p:cNvSpPr/>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10" name="Content Placeholder 9"/>
          <p:cNvGraphicFramePr>
            <a:graphicFrameLocks noGrp="1"/>
          </p:cNvGraphicFramePr>
          <p:nvPr>
            <p:ph idx="1"/>
          </p:nvPr>
        </p:nvGraphicFramePr>
        <p:xfrm>
          <a:off x="216004" y="0"/>
          <a:ext cx="11759685" cy="6776720"/>
        </p:xfrm>
        <a:graphic>
          <a:graphicData uri="http://schemas.openxmlformats.org/drawingml/2006/table">
            <a:tbl>
              <a:tblPr/>
              <a:tblGrid>
                <a:gridCol w="4245463"/>
                <a:gridCol w="7514222"/>
              </a:tblGrid>
              <a:tr h="312242">
                <a:tc>
                  <a:txBody>
                    <a:bodyPr/>
                    <a:lstStyle/>
                    <a:p>
                      <a:pPr algn="just" rtl="0" fontAlgn="t">
                        <a:spcBef>
                          <a:spcPts val="1200"/>
                        </a:spcBef>
                      </a:pPr>
                      <a:r>
                        <a:rPr lang="en-US" sz="1800" b="0" i="0" u="none" strike="noStrike" dirty="0">
                          <a:solidFill>
                            <a:srgbClr val="000000"/>
                          </a:solidFill>
                          <a:effectLst/>
                          <a:latin typeface="Arial" panose="020B0604020202020204" pitchFamily="34" charset="0"/>
                          <a:cs typeface="Arial" panose="020B0604020202020204" pitchFamily="34" charset="0"/>
                        </a:rPr>
                        <a:t> </a:t>
                      </a:r>
                      <a:endParaRPr lang="en-US" sz="1800" dirty="0">
                        <a:effectLst/>
                        <a:latin typeface="Arial" panose="020B0604020202020204" pitchFamily="34" charset="0"/>
                        <a:cs typeface="Arial" panose="020B0604020202020204" pitchFamily="34" charset="0"/>
                      </a:endParaRPr>
                    </a:p>
                  </a:txBody>
                  <a:tcPr marL="63500" marR="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spcBef>
                          <a:spcPts val="1200"/>
                        </a:spcBef>
                      </a:pPr>
                      <a:r>
                        <a:rPr lang="en-US" sz="1800" b="0" i="0" u="none" strike="noStrike">
                          <a:solidFill>
                            <a:srgbClr val="000000"/>
                          </a:solidFill>
                          <a:effectLst/>
                          <a:latin typeface="Arial" panose="020B0604020202020204" pitchFamily="34" charset="0"/>
                          <a:cs typeface="Arial" panose="020B0604020202020204" pitchFamily="34" charset="0"/>
                        </a:rPr>
                        <a:t>4. Hệ thống kiểm tra thông tin số điện thoại.</a:t>
                      </a:r>
                      <a:endParaRPr lang="en-US" sz="1800">
                        <a:effectLst/>
                        <a:latin typeface="Arial" panose="020B0604020202020204" pitchFamily="34" charset="0"/>
                        <a:cs typeface="Arial" panose="020B0604020202020204" pitchFamily="34" charset="0"/>
                      </a:endParaRPr>
                    </a:p>
                  </a:txBody>
                  <a:tcPr marL="63500" marR="63500">
                    <a:lnL w="6350" cap="flat" cmpd="sng" algn="ctr">
                      <a:solidFill>
                        <a:srgbClr val="000000"/>
                      </a:solidFill>
                      <a:prstDash val="solid"/>
                      <a:round/>
                      <a:headEnd type="none" w="med" len="med"/>
                      <a:tailEnd type="none" w="med" len="med"/>
                    </a:lnL>
                  </a:tcPr>
                </a:tc>
              </a:tr>
              <a:tr h="312242">
                <a:tc>
                  <a:txBody>
                    <a:bodyPr/>
                    <a:lstStyle/>
                    <a:p>
                      <a:pPr algn="just" rtl="0" fontAlgn="t">
                        <a:spcBef>
                          <a:spcPts val="1200"/>
                        </a:spcBef>
                      </a:pPr>
                      <a:r>
                        <a:rPr lang="en-US" sz="1800" b="0" i="0" u="none" strike="noStrike">
                          <a:solidFill>
                            <a:srgbClr val="000000"/>
                          </a:solidFill>
                          <a:effectLst/>
                          <a:latin typeface="Arial" panose="020B0604020202020204" pitchFamily="34" charset="0"/>
                          <a:cs typeface="Arial" panose="020B0604020202020204" pitchFamily="34" charset="0"/>
                        </a:rPr>
                        <a:t>5. Nhân viên tiếp tân nhập thông tin: họ tên khách hàng của khách hàng.</a:t>
                      </a:r>
                      <a:endParaRPr lang="en-US" sz="1800">
                        <a:effectLst/>
                        <a:latin typeface="Arial" panose="020B0604020202020204" pitchFamily="34" charset="0"/>
                        <a:cs typeface="Arial" panose="020B0604020202020204" pitchFamily="34" charset="0"/>
                      </a:endParaRPr>
                    </a:p>
                  </a:txBody>
                  <a:tcPr marL="63500" marR="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spcBef>
                          <a:spcPts val="1200"/>
                        </a:spcBef>
                      </a:pPr>
                      <a:r>
                        <a:rPr lang="en-US" sz="1800" b="0" i="0" u="none" strike="noStrike">
                          <a:solidFill>
                            <a:srgbClr val="000000"/>
                          </a:solidFill>
                          <a:effectLst/>
                          <a:latin typeface="Arial" panose="020B0604020202020204" pitchFamily="34" charset="0"/>
                          <a:cs typeface="Arial" panose="020B0604020202020204" pitchFamily="34" charset="0"/>
                        </a:rPr>
                        <a:t> </a:t>
                      </a:r>
                      <a:endParaRPr lang="en-US" sz="1800">
                        <a:effectLst/>
                        <a:latin typeface="Arial" panose="020B0604020202020204" pitchFamily="34" charset="0"/>
                        <a:cs typeface="Arial" panose="020B0604020202020204" pitchFamily="34" charset="0"/>
                      </a:endParaRPr>
                    </a:p>
                  </a:txBody>
                  <a:tcPr marL="63500" marR="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noFill/>
                  </a:tcPr>
                </a:tc>
              </a:tr>
              <a:tr h="606572">
                <a:tc>
                  <a:txBody>
                    <a:bodyPr/>
                    <a:lstStyle/>
                    <a:p>
                      <a:pPr algn="just" rtl="0" fontAlgn="t">
                        <a:spcBef>
                          <a:spcPts val="1200"/>
                        </a:spcBef>
                      </a:pPr>
                      <a:r>
                        <a:rPr lang="en-US" sz="1800" b="0" i="0" u="none" strike="noStrike">
                          <a:solidFill>
                            <a:srgbClr val="000000"/>
                          </a:solidFill>
                          <a:effectLst/>
                          <a:latin typeface="Arial" panose="020B0604020202020204" pitchFamily="34" charset="0"/>
                          <a:cs typeface="Arial" panose="020B0604020202020204" pitchFamily="34" charset="0"/>
                        </a:rPr>
                        <a:t> </a:t>
                      </a:r>
                      <a:endParaRPr lang="en-US" sz="1800">
                        <a:effectLst/>
                        <a:latin typeface="Arial" panose="020B0604020202020204" pitchFamily="34" charset="0"/>
                        <a:cs typeface="Arial" panose="020B0604020202020204" pitchFamily="34" charset="0"/>
                      </a:endParaRPr>
                    </a:p>
                  </a:txBody>
                  <a:tcPr marL="63500" marR="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spcBef>
                          <a:spcPts val="1200"/>
                        </a:spcBef>
                      </a:pPr>
                      <a:r>
                        <a:rPr lang="en-US" sz="1800" b="0" i="0" u="none" strike="noStrike">
                          <a:solidFill>
                            <a:srgbClr val="000000"/>
                          </a:solidFill>
                          <a:effectLst/>
                          <a:latin typeface="Arial" panose="020B0604020202020204" pitchFamily="34" charset="0"/>
                          <a:cs typeface="Arial" panose="020B0604020202020204" pitchFamily="34" charset="0"/>
                        </a:rPr>
                        <a:t>6. Hệ thống kiểm tra thông tin họ tên khách hàng.</a:t>
                      </a:r>
                      <a:endParaRPr lang="en-US" sz="1800">
                        <a:effectLst/>
                        <a:latin typeface="Arial" panose="020B0604020202020204" pitchFamily="34" charset="0"/>
                        <a:cs typeface="Arial" panose="020B0604020202020204" pitchFamily="34" charset="0"/>
                      </a:endParaRPr>
                    </a:p>
                  </a:txBody>
                  <a:tcPr marL="63500" marR="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312242">
                <a:tc>
                  <a:txBody>
                    <a:bodyPr/>
                    <a:lstStyle/>
                    <a:p>
                      <a:pPr algn="just" rtl="0" fontAlgn="t">
                        <a:spcBef>
                          <a:spcPts val="1200"/>
                        </a:spcBef>
                      </a:pPr>
                      <a:r>
                        <a:rPr lang="en-US" sz="1800" b="0" i="0" u="none" strike="noStrike">
                          <a:solidFill>
                            <a:srgbClr val="000000"/>
                          </a:solidFill>
                          <a:effectLst/>
                          <a:latin typeface="Arial" panose="020B0604020202020204" pitchFamily="34" charset="0"/>
                          <a:cs typeface="Arial" panose="020B0604020202020204" pitchFamily="34" charset="0"/>
                        </a:rPr>
                        <a:t> </a:t>
                      </a:r>
                      <a:endParaRPr lang="en-US" sz="1800">
                        <a:effectLst/>
                        <a:latin typeface="Arial" panose="020B0604020202020204" pitchFamily="34" charset="0"/>
                        <a:cs typeface="Arial" panose="020B0604020202020204" pitchFamily="34" charset="0"/>
                      </a:endParaRPr>
                    </a:p>
                  </a:txBody>
                  <a:tcPr marL="63500" marR="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spcBef>
                          <a:spcPts val="1200"/>
                        </a:spcBef>
                      </a:pPr>
                      <a:r>
                        <a:rPr lang="en-US" sz="1800" b="0" i="0" u="none" strike="noStrike">
                          <a:solidFill>
                            <a:srgbClr val="000000"/>
                          </a:solidFill>
                          <a:effectLst/>
                          <a:latin typeface="Arial" panose="020B0604020202020204" pitchFamily="34" charset="0"/>
                          <a:cs typeface="Arial" panose="020B0604020202020204" pitchFamily="34" charset="0"/>
                        </a:rPr>
                        <a:t>7. Hệ thống hiển thị nút thuê phòng.</a:t>
                      </a:r>
                      <a:endParaRPr lang="en-US" sz="1800">
                        <a:effectLst/>
                        <a:latin typeface="Arial" panose="020B0604020202020204" pitchFamily="34" charset="0"/>
                        <a:cs typeface="Arial" panose="020B0604020202020204" pitchFamily="34" charset="0"/>
                      </a:endParaRPr>
                    </a:p>
                  </a:txBody>
                  <a:tcPr marL="63500" marR="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312242">
                <a:tc>
                  <a:txBody>
                    <a:bodyPr/>
                    <a:lstStyle/>
                    <a:p>
                      <a:pPr algn="just" rtl="0" fontAlgn="t">
                        <a:spcBef>
                          <a:spcPts val="1200"/>
                        </a:spcBef>
                      </a:pPr>
                      <a:r>
                        <a:rPr lang="en-US" sz="1800" b="0" i="0" u="none" strike="noStrike">
                          <a:solidFill>
                            <a:srgbClr val="000000"/>
                          </a:solidFill>
                          <a:effectLst/>
                          <a:latin typeface="Arial" panose="020B0604020202020204" pitchFamily="34" charset="0"/>
                          <a:cs typeface="Arial" panose="020B0604020202020204" pitchFamily="34" charset="0"/>
                        </a:rPr>
                        <a:t>8. Nhân viên tiếp tân xác nhận thuê phòng cho khách.</a:t>
                      </a:r>
                      <a:endParaRPr lang="en-US" sz="1800">
                        <a:effectLst/>
                        <a:latin typeface="Arial" panose="020B0604020202020204" pitchFamily="34" charset="0"/>
                        <a:cs typeface="Arial" panose="020B0604020202020204" pitchFamily="34" charset="0"/>
                      </a:endParaRPr>
                    </a:p>
                  </a:txBody>
                  <a:tcPr marL="63500" marR="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spcBef>
                          <a:spcPts val="1200"/>
                        </a:spcBef>
                      </a:pPr>
                      <a:r>
                        <a:rPr lang="en-US" sz="1800" b="0" i="0" u="none" strike="noStrike">
                          <a:solidFill>
                            <a:srgbClr val="000000"/>
                          </a:solidFill>
                          <a:effectLst/>
                          <a:latin typeface="Arial" panose="020B0604020202020204" pitchFamily="34" charset="0"/>
                          <a:cs typeface="Arial" panose="020B0604020202020204" pitchFamily="34" charset="0"/>
                        </a:rPr>
                        <a:t> </a:t>
                      </a:r>
                      <a:endParaRPr lang="en-US" sz="1800">
                        <a:effectLst/>
                        <a:latin typeface="Arial" panose="020B0604020202020204" pitchFamily="34" charset="0"/>
                        <a:cs typeface="Arial" panose="020B0604020202020204" pitchFamily="34" charset="0"/>
                      </a:endParaRPr>
                    </a:p>
                  </a:txBody>
                  <a:tcPr marL="63500" marR="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606572">
                <a:tc>
                  <a:txBody>
                    <a:bodyPr/>
                    <a:lstStyle/>
                    <a:p>
                      <a:pPr algn="just" rtl="0" fontAlgn="t">
                        <a:spcBef>
                          <a:spcPts val="1200"/>
                        </a:spcBef>
                      </a:pPr>
                      <a:r>
                        <a:rPr lang="en-US" sz="1800" b="0" i="0" u="none" strike="noStrike">
                          <a:solidFill>
                            <a:srgbClr val="000000"/>
                          </a:solidFill>
                          <a:effectLst/>
                          <a:latin typeface="Arial" panose="020B0604020202020204" pitchFamily="34" charset="0"/>
                          <a:cs typeface="Arial" panose="020B0604020202020204" pitchFamily="34" charset="0"/>
                        </a:rPr>
                        <a:t> </a:t>
                      </a:r>
                      <a:endParaRPr lang="en-US" sz="1800">
                        <a:effectLst/>
                        <a:latin typeface="Arial" panose="020B0604020202020204" pitchFamily="34" charset="0"/>
                        <a:cs typeface="Arial" panose="020B0604020202020204" pitchFamily="34" charset="0"/>
                      </a:endParaRPr>
                    </a:p>
                  </a:txBody>
                  <a:tcPr marL="63500" marR="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spcBef>
                          <a:spcPts val="1200"/>
                        </a:spcBef>
                      </a:pPr>
                      <a:r>
                        <a:rPr lang="en-US" sz="1800" b="0" i="0" u="none" strike="noStrike">
                          <a:solidFill>
                            <a:srgbClr val="000000"/>
                          </a:solidFill>
                          <a:effectLst/>
                          <a:latin typeface="Arial" panose="020B0604020202020204" pitchFamily="34" charset="0"/>
                          <a:cs typeface="Arial" panose="020B0604020202020204" pitchFamily="34" charset="0"/>
                        </a:rPr>
                        <a:t>9. Hệ thống ghi nhận lại thông tin thuê phòng vào Phieu_ThuePhong, hiển thị thông tin thuê phòng gồm: Số phòng, họ tên khách hàng, thời gian bắt đầu xác nhận thuê.</a:t>
                      </a:r>
                      <a:endParaRPr lang="en-US" sz="1800">
                        <a:effectLst/>
                        <a:latin typeface="Arial" panose="020B0604020202020204" pitchFamily="34" charset="0"/>
                        <a:cs typeface="Arial" panose="020B0604020202020204" pitchFamily="34" charset="0"/>
                      </a:endParaRPr>
                    </a:p>
                  </a:txBody>
                  <a:tcPr marL="63500" marR="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735008">
                <a:tc>
                  <a:txBody>
                    <a:bodyPr/>
                    <a:lstStyle/>
                    <a:p>
                      <a:pPr algn="just" rtl="0" fontAlgn="t">
                        <a:spcBef>
                          <a:spcPts val="1200"/>
                        </a:spcBef>
                      </a:pPr>
                      <a:r>
                        <a:rPr lang="en-US" sz="1800" b="0" i="0" u="none" strike="noStrike">
                          <a:solidFill>
                            <a:srgbClr val="000000"/>
                          </a:solidFill>
                          <a:effectLst/>
                          <a:latin typeface="Arial" panose="020B0604020202020204" pitchFamily="34" charset="0"/>
                          <a:cs typeface="Arial" panose="020B0604020202020204" pitchFamily="34" charset="0"/>
                        </a:rPr>
                        <a:t>10. Nhân viên xác nhận.</a:t>
                      </a:r>
                      <a:endParaRPr lang="en-US" sz="1800">
                        <a:effectLst/>
                        <a:latin typeface="Arial" panose="020B0604020202020204" pitchFamily="34" charset="0"/>
                        <a:cs typeface="Arial" panose="020B0604020202020204" pitchFamily="34" charset="0"/>
                      </a:endParaRPr>
                    </a:p>
                  </a:txBody>
                  <a:tcPr marL="63500" marR="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rtl="0" fontAlgn="t">
                        <a:spcBef>
                          <a:spcPts val="1200"/>
                        </a:spcBef>
                      </a:pPr>
                      <a:r>
                        <a:rPr lang="en-US" sz="1800" b="0" i="1" u="none" strike="noStrike">
                          <a:solidFill>
                            <a:srgbClr val="0000FF"/>
                          </a:solidFill>
                          <a:effectLst/>
                          <a:latin typeface="Arial" panose="020B0604020202020204" pitchFamily="34" charset="0"/>
                          <a:cs typeface="Arial" panose="020B0604020202020204" pitchFamily="34" charset="0"/>
                        </a:rPr>
                        <a:t> </a:t>
                      </a:r>
                      <a:endParaRPr lang="en-US" sz="1800">
                        <a:effectLst/>
                        <a:latin typeface="Arial" panose="020B0604020202020204" pitchFamily="34" charset="0"/>
                        <a:cs typeface="Arial" panose="020B0604020202020204" pitchFamily="34" charset="0"/>
                      </a:endParaRPr>
                    </a:p>
                  </a:txBody>
                  <a:tcPr marL="63500" marR="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312242">
                <a:tc gridSpan="2">
                  <a:txBody>
                    <a:bodyPr/>
                    <a:lstStyle/>
                    <a:p>
                      <a:pPr algn="just" rtl="0" fontAlgn="t">
                        <a:spcBef>
                          <a:spcPts val="1200"/>
                        </a:spcBef>
                      </a:pPr>
                      <a:r>
                        <a:rPr lang="en-US" sz="1800" b="1" i="0" u="none" strike="noStrike">
                          <a:solidFill>
                            <a:srgbClr val="000000"/>
                          </a:solidFill>
                          <a:effectLst/>
                          <a:latin typeface="Arial" panose="020B0604020202020204" pitchFamily="34" charset="0"/>
                          <a:cs typeface="Arial" panose="020B0604020202020204" pitchFamily="34" charset="0"/>
                        </a:rPr>
                        <a:t>Luồng sự kiện thay thế (alternate flow):</a:t>
                      </a:r>
                      <a:endParaRPr lang="en-US" sz="1800">
                        <a:effectLst/>
                        <a:latin typeface="Arial" panose="020B0604020202020204" pitchFamily="34" charset="0"/>
                        <a:cs typeface="Arial" panose="020B0604020202020204" pitchFamily="34" charset="0"/>
                      </a:endParaRPr>
                    </a:p>
                  </a:txBody>
                  <a:tcPr marL="63500" marR="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794255">
                <a:tc>
                  <a:txBody>
                    <a:bodyPr/>
                    <a:lstStyle/>
                    <a:p>
                      <a:pPr algn="just" rtl="0" fontAlgn="t">
                        <a:spcBef>
                          <a:spcPts val="1200"/>
                        </a:spcBef>
                      </a:pPr>
                      <a:r>
                        <a:rPr lang="en-US" sz="1800" b="1" i="0" u="none" strike="noStrike">
                          <a:solidFill>
                            <a:srgbClr val="000000"/>
                          </a:solidFill>
                          <a:effectLst/>
                          <a:latin typeface="Arial" panose="020B0604020202020204" pitchFamily="34" charset="0"/>
                          <a:cs typeface="Arial" panose="020B0604020202020204" pitchFamily="34" charset="0"/>
                        </a:rPr>
                        <a:t> </a:t>
                      </a:r>
                      <a:endParaRPr lang="en-US" sz="1800">
                        <a:effectLst/>
                        <a:latin typeface="Arial" panose="020B0604020202020204" pitchFamily="34" charset="0"/>
                        <a:cs typeface="Arial" panose="020B0604020202020204" pitchFamily="34" charset="0"/>
                      </a:endParaRPr>
                    </a:p>
                  </a:txBody>
                  <a:tcPr marL="63500" marR="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7938" cap="flat" cmpd="sng" algn="ctr">
                      <a:solidFill>
                        <a:srgbClr val="000000"/>
                      </a:solidFill>
                      <a:prstDash val="solid"/>
                      <a:round/>
                      <a:headEnd type="none" w="med" len="med"/>
                      <a:tailEnd type="none" w="med" len="med"/>
                    </a:lnB>
                    <a:noFill/>
                  </a:tcPr>
                </a:tc>
                <a:tc>
                  <a:txBody>
                    <a:bodyPr/>
                    <a:lstStyle/>
                    <a:p>
                      <a:pPr algn="just" rtl="0" fontAlgn="t">
                        <a:spcBef>
                          <a:spcPts val="1200"/>
                        </a:spcBef>
                      </a:pPr>
                      <a:r>
                        <a:rPr lang="vi-VN" sz="1800" b="0" i="0" u="none" strike="noStrike">
                          <a:solidFill>
                            <a:srgbClr val="000000"/>
                          </a:solidFill>
                          <a:effectLst/>
                          <a:latin typeface="Arial" panose="020B0604020202020204" pitchFamily="34" charset="0"/>
                          <a:cs typeface="Arial" panose="020B0604020202020204" pitchFamily="34" charset="0"/>
                        </a:rPr>
                        <a:t>4.1. Số điện thoại đã trùng, tự động cập nhập thông tin khách hàng đã lưu và qua bước 7.</a:t>
                      </a:r>
                      <a:endParaRPr lang="vi-VN" sz="1800">
                        <a:effectLst/>
                        <a:latin typeface="Arial" panose="020B0604020202020204" pitchFamily="34" charset="0"/>
                        <a:cs typeface="Arial" panose="020B0604020202020204" pitchFamily="34" charset="0"/>
                      </a:endParaRPr>
                    </a:p>
                  </a:txBody>
                  <a:tcPr marL="63500" marR="6350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7938" cap="flat" cmpd="sng" algn="ctr">
                      <a:solidFill>
                        <a:srgbClr val="000000"/>
                      </a:solidFill>
                      <a:prstDash val="solid"/>
                      <a:round/>
                      <a:headEnd type="none" w="med" len="med"/>
                      <a:tailEnd type="none" w="med" len="med"/>
                    </a:lnB>
                    <a:noFill/>
                  </a:tcPr>
                </a:tc>
              </a:tr>
              <a:tr h="674633">
                <a:tc>
                  <a:txBody>
                    <a:bodyPr/>
                    <a:lstStyle/>
                    <a:p>
                      <a:pPr algn="just" rtl="0" fontAlgn="t">
                        <a:spcBef>
                          <a:spcPts val="1200"/>
                        </a:spcBef>
                      </a:pPr>
                      <a:r>
                        <a:rPr lang="en-US" sz="1800" b="1" i="0" u="none" strike="noStrike">
                          <a:solidFill>
                            <a:srgbClr val="000000"/>
                          </a:solidFill>
                          <a:effectLst/>
                          <a:latin typeface="Arial" panose="020B0604020202020204" pitchFamily="34" charset="0"/>
                          <a:cs typeface="Arial" panose="020B0604020202020204" pitchFamily="34" charset="0"/>
                        </a:rPr>
                        <a:t> </a:t>
                      </a:r>
                      <a:endParaRPr lang="en-US" sz="1800">
                        <a:effectLst/>
                        <a:latin typeface="Arial" panose="020B0604020202020204" pitchFamily="34" charset="0"/>
                        <a:cs typeface="Arial" panose="020B0604020202020204" pitchFamily="34" charset="0"/>
                      </a:endParaRPr>
                    </a:p>
                  </a:txBody>
                  <a:tcPr marL="63500" marR="63500">
                    <a:lnL w="7938" cap="flat" cmpd="sng" algn="ctr">
                      <a:solidFill>
                        <a:srgbClr val="000000"/>
                      </a:solidFill>
                      <a:prstDash val="solid"/>
                      <a:round/>
                      <a:headEnd type="none" w="med" len="med"/>
                      <a:tailEnd type="none" w="med" len="med"/>
                    </a:lnL>
                    <a:lnR w="7938" cap="flat" cmpd="sng" algn="ctr">
                      <a:solidFill>
                        <a:srgbClr val="000000"/>
                      </a:solidFill>
                      <a:prstDash val="solid"/>
                      <a:round/>
                      <a:headEnd type="none" w="med" len="med"/>
                      <a:tailEnd type="none" w="med" len="med"/>
                    </a:lnR>
                    <a:lnT w="7938" cap="flat" cmpd="sng" algn="ctr">
                      <a:solidFill>
                        <a:srgbClr val="000000"/>
                      </a:solidFill>
                      <a:prstDash val="solid"/>
                      <a:round/>
                      <a:headEnd type="none" w="med" len="med"/>
                      <a:tailEnd type="none" w="med" len="med"/>
                    </a:lnT>
                    <a:lnB w="7938" cap="flat" cmpd="sng" algn="ctr">
                      <a:solidFill>
                        <a:srgbClr val="000000"/>
                      </a:solidFill>
                      <a:prstDash val="solid"/>
                      <a:round/>
                      <a:headEnd type="none" w="med" len="med"/>
                      <a:tailEnd type="none" w="med" len="med"/>
                    </a:lnB>
                    <a:noFill/>
                  </a:tcPr>
                </a:tc>
                <a:tc>
                  <a:txBody>
                    <a:bodyPr/>
                    <a:lstStyle/>
                    <a:p>
                      <a:pPr algn="just" rtl="0" fontAlgn="t">
                        <a:spcBef>
                          <a:spcPts val="1200"/>
                        </a:spcBef>
                      </a:pPr>
                      <a:r>
                        <a:rPr lang="vi-VN" sz="1800" b="0" i="0" u="none" strike="noStrike">
                          <a:solidFill>
                            <a:srgbClr val="000000"/>
                          </a:solidFill>
                          <a:effectLst/>
                          <a:latin typeface="Arial" panose="020B0604020202020204" pitchFamily="34" charset="0"/>
                          <a:cs typeface="Arial" panose="020B0604020202020204" pitchFamily="34" charset="0"/>
                        </a:rPr>
                        <a:t>6.1. Hiển thị Thông tin tên không hợp lệ. Yêu cầu nhập lại, quay về bước 5.</a:t>
                      </a:r>
                      <a:endParaRPr lang="vi-VN" sz="1800">
                        <a:effectLst/>
                        <a:latin typeface="Arial" panose="020B0604020202020204" pitchFamily="34" charset="0"/>
                        <a:cs typeface="Arial" panose="020B0604020202020204" pitchFamily="34" charset="0"/>
                      </a:endParaRPr>
                    </a:p>
                  </a:txBody>
                  <a:tcPr marL="63500" marR="63500">
                    <a:lnL w="7938" cap="flat" cmpd="sng" algn="ctr">
                      <a:solidFill>
                        <a:srgbClr val="000000"/>
                      </a:solidFill>
                      <a:prstDash val="solid"/>
                      <a:round/>
                      <a:headEnd type="none" w="med" len="med"/>
                      <a:tailEnd type="none" w="med" len="med"/>
                    </a:lnL>
                    <a:lnR w="7938" cap="flat" cmpd="sng" algn="ctr">
                      <a:solidFill>
                        <a:srgbClr val="000000"/>
                      </a:solidFill>
                      <a:prstDash val="solid"/>
                      <a:round/>
                      <a:headEnd type="none" w="med" len="med"/>
                      <a:tailEnd type="none" w="med" len="med"/>
                    </a:lnR>
                    <a:lnT w="7938" cap="flat" cmpd="sng" algn="ctr">
                      <a:solidFill>
                        <a:srgbClr val="000000"/>
                      </a:solidFill>
                      <a:prstDash val="solid"/>
                      <a:round/>
                      <a:headEnd type="none" w="med" len="med"/>
                      <a:tailEnd type="none" w="med" len="med"/>
                    </a:lnT>
                    <a:lnB w="7938" cap="flat" cmpd="sng" algn="ctr">
                      <a:solidFill>
                        <a:srgbClr val="000000"/>
                      </a:solidFill>
                      <a:prstDash val="solid"/>
                      <a:round/>
                      <a:headEnd type="none" w="med" len="med"/>
                      <a:tailEnd type="none" w="med" len="med"/>
                    </a:lnB>
                    <a:noFill/>
                  </a:tcPr>
                </a:tc>
              </a:tr>
              <a:tr h="674412">
                <a:tc gridSpan="2">
                  <a:txBody>
                    <a:bodyPr/>
                    <a:lstStyle/>
                    <a:p>
                      <a:pPr algn="just" rtl="0" fontAlgn="t">
                        <a:spcBef>
                          <a:spcPts val="1200"/>
                        </a:spcBef>
                      </a:pPr>
                      <a:r>
                        <a:rPr lang="en-US" sz="1800" b="1" i="0" u="none" strike="noStrike" dirty="0" err="1">
                          <a:solidFill>
                            <a:srgbClr val="000000"/>
                          </a:solidFill>
                          <a:effectLst/>
                          <a:latin typeface="Arial" panose="020B0604020202020204" pitchFamily="34" charset="0"/>
                          <a:cs typeface="Arial" panose="020B0604020202020204" pitchFamily="34" charset="0"/>
                        </a:rPr>
                        <a:t>Luồng</a:t>
                      </a:r>
                      <a:r>
                        <a:rPr lang="en-US" sz="1800" b="1" i="0" u="none" strike="noStrike" dirty="0">
                          <a:solidFill>
                            <a:srgbClr val="000000"/>
                          </a:solidFill>
                          <a:effectLst/>
                          <a:latin typeface="Arial" panose="020B0604020202020204" pitchFamily="34" charset="0"/>
                          <a:cs typeface="Arial" panose="020B0604020202020204" pitchFamily="34" charset="0"/>
                        </a:rPr>
                        <a:t> </a:t>
                      </a:r>
                      <a:r>
                        <a:rPr lang="en-US" sz="1800" b="1" i="0" u="none" strike="noStrike" dirty="0" err="1">
                          <a:solidFill>
                            <a:srgbClr val="000000"/>
                          </a:solidFill>
                          <a:effectLst/>
                          <a:latin typeface="Arial" panose="020B0604020202020204" pitchFamily="34" charset="0"/>
                          <a:cs typeface="Arial" panose="020B0604020202020204" pitchFamily="34" charset="0"/>
                        </a:rPr>
                        <a:t>sự</a:t>
                      </a:r>
                      <a:r>
                        <a:rPr lang="en-US" sz="1800" b="1" i="0" u="none" strike="noStrike" dirty="0">
                          <a:solidFill>
                            <a:srgbClr val="000000"/>
                          </a:solidFill>
                          <a:effectLst/>
                          <a:latin typeface="Arial" panose="020B0604020202020204" pitchFamily="34" charset="0"/>
                          <a:cs typeface="Arial" panose="020B0604020202020204" pitchFamily="34" charset="0"/>
                        </a:rPr>
                        <a:t> </a:t>
                      </a:r>
                      <a:r>
                        <a:rPr lang="en-US" sz="1800" b="1" i="0" u="none" strike="noStrike" dirty="0" err="1">
                          <a:solidFill>
                            <a:srgbClr val="000000"/>
                          </a:solidFill>
                          <a:effectLst/>
                          <a:latin typeface="Arial" panose="020B0604020202020204" pitchFamily="34" charset="0"/>
                          <a:cs typeface="Arial" panose="020B0604020202020204" pitchFamily="34" charset="0"/>
                        </a:rPr>
                        <a:t>kiện</a:t>
                      </a:r>
                      <a:r>
                        <a:rPr lang="en-US" sz="1800" b="1" i="0" u="none" strike="noStrike" dirty="0">
                          <a:solidFill>
                            <a:srgbClr val="000000"/>
                          </a:solidFill>
                          <a:effectLst/>
                          <a:latin typeface="Arial" panose="020B0604020202020204" pitchFamily="34" charset="0"/>
                          <a:cs typeface="Arial" panose="020B0604020202020204" pitchFamily="34" charset="0"/>
                        </a:rPr>
                        <a:t> </a:t>
                      </a:r>
                      <a:r>
                        <a:rPr lang="en-US" sz="1800" b="1" i="0" u="none" strike="noStrike" dirty="0" err="1">
                          <a:solidFill>
                            <a:srgbClr val="000000"/>
                          </a:solidFill>
                          <a:effectLst/>
                          <a:latin typeface="Arial" panose="020B0604020202020204" pitchFamily="34" charset="0"/>
                          <a:cs typeface="Arial" panose="020B0604020202020204" pitchFamily="34" charset="0"/>
                        </a:rPr>
                        <a:t>ngoại</a:t>
                      </a:r>
                      <a:r>
                        <a:rPr lang="en-US" sz="1800" b="1" i="0" u="none" strike="noStrike" dirty="0">
                          <a:solidFill>
                            <a:srgbClr val="000000"/>
                          </a:solidFill>
                          <a:effectLst/>
                          <a:latin typeface="Arial" panose="020B0604020202020204" pitchFamily="34" charset="0"/>
                          <a:cs typeface="Arial" panose="020B0604020202020204" pitchFamily="34" charset="0"/>
                        </a:rPr>
                        <a:t> </a:t>
                      </a:r>
                      <a:r>
                        <a:rPr lang="en-US" sz="1800" b="1" i="0" u="none" strike="noStrike" dirty="0" err="1">
                          <a:solidFill>
                            <a:srgbClr val="000000"/>
                          </a:solidFill>
                          <a:effectLst/>
                          <a:latin typeface="Arial" panose="020B0604020202020204" pitchFamily="34" charset="0"/>
                          <a:cs typeface="Arial" panose="020B0604020202020204" pitchFamily="34" charset="0"/>
                        </a:rPr>
                        <a:t>lệ</a:t>
                      </a:r>
                      <a:r>
                        <a:rPr lang="en-US" sz="1800" b="1" i="0" u="none" strike="noStrike" dirty="0">
                          <a:solidFill>
                            <a:srgbClr val="000000"/>
                          </a:solidFill>
                          <a:effectLst/>
                          <a:latin typeface="Arial" panose="020B0604020202020204" pitchFamily="34" charset="0"/>
                          <a:cs typeface="Arial" panose="020B0604020202020204" pitchFamily="34" charset="0"/>
                        </a:rPr>
                        <a:t> (exception flow):</a:t>
                      </a:r>
                      <a:endParaRPr lang="en-US" sz="1800" dirty="0">
                        <a:effectLst/>
                        <a:latin typeface="Arial" panose="020B0604020202020204" pitchFamily="34" charset="0"/>
                        <a:cs typeface="Arial" panose="020B0604020202020204" pitchFamily="34" charset="0"/>
                      </a:endParaRPr>
                    </a:p>
                  </a:txBody>
                  <a:tcPr marL="63500" marR="63500">
                    <a:lnL w="7938" cap="flat" cmpd="sng" algn="ctr">
                      <a:solidFill>
                        <a:srgbClr val="000000"/>
                      </a:solidFill>
                      <a:prstDash val="solid"/>
                      <a:round/>
                      <a:headEnd type="none" w="med" len="med"/>
                      <a:tailEnd type="none" w="med" len="med"/>
                    </a:lnL>
                    <a:lnR w="7938" cap="flat" cmpd="sng" algn="ctr">
                      <a:solidFill>
                        <a:srgbClr val="000000"/>
                      </a:solidFill>
                      <a:prstDash val="solid"/>
                      <a:round/>
                      <a:headEnd type="none" w="med" len="med"/>
                      <a:tailEnd type="none" w="med" len="med"/>
                    </a:lnR>
                    <a:lnT w="7938" cap="flat" cmpd="sng" algn="ctr">
                      <a:solidFill>
                        <a:srgbClr val="000000"/>
                      </a:solidFill>
                      <a:prstDash val="solid"/>
                      <a:round/>
                      <a:headEnd type="none" w="med" len="med"/>
                      <a:tailEnd type="none" w="med" len="med"/>
                    </a:lnT>
                    <a:lnB w="7938" cap="flat" cmpd="sng" algn="ctr">
                      <a:solidFill>
                        <a:srgbClr val="000000"/>
                      </a:solidFill>
                      <a:prstDash val="solid"/>
                      <a:round/>
                      <a:headEnd type="none" w="med" len="med"/>
                      <a:tailEnd type="none" w="med" len="med"/>
                    </a:lnB>
                    <a:noFill/>
                  </a:tcPr>
                </a:tc>
                <a:tc hMerge="1">
                  <a:tcPr>
                    <a:lnL w="7938" cap="flat" cmpd="sng" algn="ctr">
                      <a:solidFill>
                        <a:srgbClr val="000000"/>
                      </a:solidFill>
                      <a:prstDash val="solid"/>
                      <a:round/>
                      <a:headEnd type="none" w="med" len="med"/>
                      <a:tailEnd type="none" w="med" len="med"/>
                    </a:lnL>
                    <a:lnR w="7938" cap="flat" cmpd="sng" algn="ctr">
                      <a:solidFill>
                        <a:srgbClr val="000000"/>
                      </a:solidFill>
                      <a:prstDash val="solid"/>
                      <a:round/>
                      <a:headEnd type="none" w="med" len="med"/>
                      <a:tailEnd type="none" w="med" len="med"/>
                    </a:lnR>
                    <a:lnT w="7938" cap="flat" cmpd="sng" algn="ctr">
                      <a:solidFill>
                        <a:srgbClr val="000000"/>
                      </a:solidFill>
                      <a:prstDash val="solid"/>
                      <a:round/>
                      <a:headEnd type="none" w="med" len="med"/>
                      <a:tailEnd type="none" w="med" len="med"/>
                    </a:lnT>
                    <a:lnB w="7938" cap="flat" cmpd="sng" algn="ctr">
                      <a:solidFill>
                        <a:srgbClr val="000000"/>
                      </a:solidFill>
                      <a:prstDash val="solid"/>
                      <a:round/>
                      <a:headEnd type="none" w="med" len="med"/>
                      <a:tailEnd type="none" w="med" len="med"/>
                    </a:lnB>
                    <a:noFill/>
                  </a:tcPr>
                </a:tc>
              </a:tr>
            </a:tbl>
          </a:graphicData>
        </a:graphic>
      </p:graphicFrame>
      <p:sp>
        <p:nvSpPr>
          <p:cNvPr id="11" name="Rectangle 2"/>
          <p:cNvSpPr>
            <a:spLocks noChangeArrowheads="1"/>
          </p:cNvSpPr>
          <p:nvPr/>
        </p:nvSpPr>
        <p:spPr bwMode="auto">
          <a:xfrm>
            <a:off x="3562350" y="17716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2" name="Rectangle 61"/>
          <p:cNvSpPr>
            <a:spLocks noGrp="1" noRot="1" noChangeAspect="1" noMove="1" noResize="1" noEditPoints="1" noAdjustHandles="1" noChangeArrowheads="1" noChangeShapeType="1" noTextEdit="1"/>
          </p:cNvSpPr>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p:cNvSpPr>
            <a:spLocks noGrp="1" noRot="1" noChangeAspect="1" noMove="1" noResize="1" noEditPoints="1" noAdjustHandles="1" noChangeArrowheads="1" noChangeShapeType="1" noTextEdit="1"/>
          </p:cNvSpPr>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p:cNvSpPr>
            <a:spLocks noGrp="1"/>
          </p:cNvSpPr>
          <p:nvPr>
            <p:ph type="title"/>
          </p:nvPr>
        </p:nvSpPr>
        <p:spPr>
          <a:xfrm>
            <a:off x="216310" y="-16810"/>
            <a:ext cx="9617238" cy="754230"/>
          </a:xfrm>
        </p:spPr>
        <p:txBody>
          <a:bodyPr vert="horz" lIns="91440" tIns="45720" rIns="91440" bIns="45720" rtlCol="0" anchor="b">
            <a:normAutofit/>
          </a:bodyPr>
          <a:lstStyle/>
          <a:p>
            <a:r>
              <a:rPr lang="en-US" sz="3600" kern="1200" dirty="0">
                <a:solidFill>
                  <a:schemeClr val="tx2"/>
                </a:solidFill>
                <a:latin typeface="Arial" panose="020B0604020202020204" pitchFamily="34" charset="0"/>
                <a:cs typeface="Arial" panose="020B0604020202020204" pitchFamily="34" charset="0"/>
              </a:rPr>
              <a:t>2.4. </a:t>
            </a:r>
            <a:r>
              <a:rPr lang="en-US" sz="3600" kern="1200" dirty="0" err="1">
                <a:solidFill>
                  <a:schemeClr val="tx2"/>
                </a:solidFill>
                <a:latin typeface="Arial" panose="020B0604020202020204" pitchFamily="34" charset="0"/>
                <a:cs typeface="Arial" panose="020B0604020202020204" pitchFamily="34" charset="0"/>
              </a:rPr>
              <a:t>Sơ</a:t>
            </a:r>
            <a:r>
              <a:rPr lang="en-US" sz="3600" kern="1200" dirty="0">
                <a:solidFill>
                  <a:schemeClr val="tx2"/>
                </a:solidFill>
                <a:latin typeface="Arial" panose="020B0604020202020204" pitchFamily="34" charset="0"/>
                <a:cs typeface="Arial" panose="020B0604020202020204" pitchFamily="34" charset="0"/>
              </a:rPr>
              <a:t> </a:t>
            </a:r>
            <a:r>
              <a:rPr lang="en-US" sz="3600" kern="1200" dirty="0" err="1">
                <a:solidFill>
                  <a:schemeClr val="tx2"/>
                </a:solidFill>
                <a:latin typeface="Arial" panose="020B0604020202020204" pitchFamily="34" charset="0"/>
                <a:cs typeface="Arial" panose="020B0604020202020204" pitchFamily="34" charset="0"/>
              </a:rPr>
              <a:t>đồ</a:t>
            </a:r>
            <a:r>
              <a:rPr lang="en-US" sz="3600" kern="1200" dirty="0">
                <a:solidFill>
                  <a:schemeClr val="tx2"/>
                </a:solidFill>
                <a:latin typeface="Arial" panose="020B0604020202020204" pitchFamily="34" charset="0"/>
                <a:cs typeface="Arial" panose="020B0604020202020204" pitchFamily="34" charset="0"/>
              </a:rPr>
              <a:t> </a:t>
            </a:r>
            <a:r>
              <a:rPr lang="en-US" sz="3600" kern="1200" dirty="0" err="1">
                <a:solidFill>
                  <a:schemeClr val="tx2"/>
                </a:solidFill>
                <a:latin typeface="Arial" panose="020B0604020202020204" pitchFamily="34" charset="0"/>
                <a:cs typeface="Arial" panose="020B0604020202020204" pitchFamily="34" charset="0"/>
              </a:rPr>
              <a:t>lớp</a:t>
            </a:r>
            <a:endParaRPr lang="en-US" sz="3600" kern="1200" dirty="0">
              <a:solidFill>
                <a:schemeClr val="tx2"/>
              </a:solidFill>
              <a:latin typeface="Arial" panose="020B0604020202020204" pitchFamily="34" charset="0"/>
              <a:cs typeface="Arial" panose="020B0604020202020204" pitchFamily="34" charset="0"/>
            </a:endParaRPr>
          </a:p>
        </p:txBody>
      </p:sp>
      <p:grpSp>
        <p:nvGrpSpPr>
          <p:cNvPr id="45" name="Group 44"/>
          <p:cNvGrpSpPr>
            <a:grpSpLocks noGrp="1" noRot="1" noChangeAspect="1" noMove="1" noResize="1" noUngrp="1"/>
          </p:cNvGrpSpPr>
          <p:nvPr/>
        </p:nvGrpSpPr>
        <p:grpSpPr>
          <a:xfrm>
            <a:off x="8289890" y="0"/>
            <a:ext cx="3902110" cy="2382977"/>
            <a:chOff x="6867015" y="-1"/>
            <a:chExt cx="5324985" cy="3251912"/>
          </a:xfrm>
          <a:solidFill>
            <a:schemeClr val="accent5">
              <a:alpha val="10000"/>
            </a:schemeClr>
          </a:solidFill>
        </p:grpSpPr>
        <p:sp>
          <p:nvSpPr>
            <p:cNvPr id="46" name="Freeform: Shape 45"/>
            <p:cNvSpPr/>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Shape 63"/>
            <p:cNvSpPr/>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Shape 64"/>
            <p:cNvSpPr/>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Freeform: Shape 65"/>
            <p:cNvSpPr/>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7" name="Group 66"/>
          <p:cNvGrpSpPr>
            <a:grpSpLocks noGrp="1" noRot="1" noChangeAspect="1" noMove="1" noResize="1" noUngrp="1"/>
          </p:cNvGrpSpPr>
          <p:nvPr/>
        </p:nvGrpSpPr>
        <p:grpSpPr>
          <a:xfrm rot="10800000" flipH="1">
            <a:off x="0" y="4682671"/>
            <a:ext cx="2898948" cy="2175328"/>
            <a:chOff x="-305" y="-1"/>
            <a:chExt cx="3832880" cy="2876136"/>
          </a:xfrm>
        </p:grpSpPr>
        <p:sp>
          <p:nvSpPr>
            <p:cNvPr id="68" name="Freeform: Shape 67"/>
            <p:cNvSpPr/>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Shape 68"/>
            <p:cNvSpPr/>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Shape 69"/>
            <p:cNvSpPr/>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Shape 70"/>
            <p:cNvSpPr/>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2"/>
          <p:cNvSpPr>
            <a:spLocks noChangeArrowheads="1"/>
          </p:cNvSpPr>
          <p:nvPr/>
        </p:nvSpPr>
        <p:spPr bwMode="auto">
          <a:xfrm>
            <a:off x="3562350" y="17716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 name="Content Placeholder 3"/>
          <p:cNvSpPr>
            <a:spLocks noGrp="1"/>
          </p:cNvSpPr>
          <p:nvPr>
            <p:ph idx="1"/>
          </p:nvPr>
        </p:nvSpPr>
        <p:spPr/>
        <p:txBody>
          <a:bodyPr/>
          <a:lstStyle/>
          <a:p>
            <a:endParaRPr lang="en-US"/>
          </a:p>
        </p:txBody>
      </p:sp>
      <p:pic>
        <p:nvPicPr>
          <p:cNvPr id="1741062173" name="Picture 1"/>
          <p:cNvPicPr>
            <a:picLocks noChangeAspect="1"/>
          </p:cNvPicPr>
          <p:nvPr/>
        </p:nvPicPr>
        <p:blipFill>
          <a:blip r:embed="rId1"/>
          <a:stretch>
            <a:fillRect/>
          </a:stretch>
        </p:blipFill>
        <p:spPr>
          <a:xfrm>
            <a:off x="311150" y="737235"/>
            <a:ext cx="11336655" cy="56451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2" name="Rectangle 61"/>
          <p:cNvSpPr>
            <a:spLocks noGrp="1" noRot="1" noChangeAspect="1" noMove="1" noResize="1" noEditPoints="1" noAdjustHandles="1" noChangeArrowheads="1" noChangeShapeType="1" noTextEdit="1"/>
          </p:cNvSpPr>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p:cNvSpPr>
            <a:spLocks noGrp="1" noRot="1" noChangeAspect="1" noMove="1" noResize="1" noEditPoints="1" noAdjustHandles="1" noChangeArrowheads="1" noChangeShapeType="1" noTextEdit="1"/>
          </p:cNvSpPr>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p:cNvSpPr>
            <a:spLocks noGrp="1"/>
          </p:cNvSpPr>
          <p:nvPr>
            <p:ph type="title"/>
          </p:nvPr>
        </p:nvSpPr>
        <p:spPr>
          <a:xfrm>
            <a:off x="216310" y="-16810"/>
            <a:ext cx="9617238" cy="754230"/>
          </a:xfrm>
        </p:spPr>
        <p:txBody>
          <a:bodyPr vert="horz" lIns="91440" tIns="45720" rIns="91440" bIns="45720" rtlCol="0" anchor="b">
            <a:normAutofit/>
          </a:bodyPr>
          <a:lstStyle/>
          <a:p>
            <a:r>
              <a:rPr lang="en-US" sz="3600" kern="1200" dirty="0">
                <a:solidFill>
                  <a:schemeClr val="tx2"/>
                </a:solidFill>
                <a:latin typeface="Arial" panose="020B0604020202020204" pitchFamily="34" charset="0"/>
                <a:cs typeface="Arial" panose="020B0604020202020204" pitchFamily="34" charset="0"/>
              </a:rPr>
              <a:t>2.4. </a:t>
            </a:r>
            <a:r>
              <a:rPr lang="en-US" sz="3600" kern="1200" dirty="0" err="1">
                <a:solidFill>
                  <a:schemeClr val="tx2"/>
                </a:solidFill>
                <a:latin typeface="Arial" panose="020B0604020202020204" pitchFamily="34" charset="0"/>
                <a:cs typeface="Arial" panose="020B0604020202020204" pitchFamily="34" charset="0"/>
              </a:rPr>
              <a:t>Sơ</a:t>
            </a:r>
            <a:r>
              <a:rPr lang="en-US" sz="3600" kern="1200" dirty="0">
                <a:solidFill>
                  <a:schemeClr val="tx2"/>
                </a:solidFill>
                <a:latin typeface="Arial" panose="020B0604020202020204" pitchFamily="34" charset="0"/>
                <a:cs typeface="Arial" panose="020B0604020202020204" pitchFamily="34" charset="0"/>
              </a:rPr>
              <a:t> </a:t>
            </a:r>
            <a:r>
              <a:rPr lang="en-US" sz="3600" kern="1200" dirty="0" err="1">
                <a:solidFill>
                  <a:schemeClr val="tx2"/>
                </a:solidFill>
                <a:latin typeface="Arial" panose="020B0604020202020204" pitchFamily="34" charset="0"/>
                <a:cs typeface="Arial" panose="020B0604020202020204" pitchFamily="34" charset="0"/>
              </a:rPr>
              <a:t>đồ</a:t>
            </a:r>
            <a:r>
              <a:rPr lang="en-US" sz="3600" kern="1200" dirty="0">
                <a:solidFill>
                  <a:schemeClr val="tx2"/>
                </a:solidFill>
                <a:latin typeface="Arial" panose="020B0604020202020204" pitchFamily="34" charset="0"/>
                <a:cs typeface="Arial" panose="020B0604020202020204" pitchFamily="34" charset="0"/>
              </a:rPr>
              <a:t> ERD</a:t>
            </a:r>
            <a:endParaRPr lang="en-US" sz="3600" kern="1200" dirty="0">
              <a:solidFill>
                <a:schemeClr val="tx2"/>
              </a:solidFill>
              <a:latin typeface="Arial" panose="020B0604020202020204" pitchFamily="34" charset="0"/>
              <a:cs typeface="Arial" panose="020B0604020202020204" pitchFamily="34" charset="0"/>
            </a:endParaRPr>
          </a:p>
        </p:txBody>
      </p:sp>
      <p:grpSp>
        <p:nvGrpSpPr>
          <p:cNvPr id="45" name="Group 44"/>
          <p:cNvGrpSpPr>
            <a:grpSpLocks noGrp="1" noRot="1" noChangeAspect="1" noMove="1" noResize="1" noUngrp="1"/>
          </p:cNvGrpSpPr>
          <p:nvPr/>
        </p:nvGrpSpPr>
        <p:grpSpPr>
          <a:xfrm>
            <a:off x="8289890" y="0"/>
            <a:ext cx="3902110" cy="2382977"/>
            <a:chOff x="6867015" y="-1"/>
            <a:chExt cx="5324985" cy="3251912"/>
          </a:xfrm>
          <a:solidFill>
            <a:schemeClr val="accent5">
              <a:alpha val="10000"/>
            </a:schemeClr>
          </a:solidFill>
        </p:grpSpPr>
        <p:sp>
          <p:nvSpPr>
            <p:cNvPr id="46" name="Freeform: Shape 45"/>
            <p:cNvSpPr/>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Shape 63"/>
            <p:cNvSpPr/>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Shape 64"/>
            <p:cNvSpPr/>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Freeform: Shape 65"/>
            <p:cNvSpPr/>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7" name="Group 66"/>
          <p:cNvGrpSpPr>
            <a:grpSpLocks noGrp="1" noRot="1" noChangeAspect="1" noMove="1" noResize="1" noUngrp="1"/>
          </p:cNvGrpSpPr>
          <p:nvPr/>
        </p:nvGrpSpPr>
        <p:grpSpPr>
          <a:xfrm rot="10800000" flipH="1">
            <a:off x="0" y="4682671"/>
            <a:ext cx="2898948" cy="2175328"/>
            <a:chOff x="-305" y="-1"/>
            <a:chExt cx="3832880" cy="2876136"/>
          </a:xfrm>
        </p:grpSpPr>
        <p:sp>
          <p:nvSpPr>
            <p:cNvPr id="68" name="Freeform: Shape 67"/>
            <p:cNvSpPr/>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Shape 68"/>
            <p:cNvSpPr/>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Shape 69"/>
            <p:cNvSpPr/>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Shape 70"/>
            <p:cNvSpPr/>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2"/>
          <p:cNvSpPr>
            <a:spLocks noChangeArrowheads="1"/>
          </p:cNvSpPr>
          <p:nvPr/>
        </p:nvSpPr>
        <p:spPr bwMode="auto">
          <a:xfrm>
            <a:off x="3562350" y="17716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 name="Content Placeholder 3"/>
          <p:cNvSpPr>
            <a:spLocks noGrp="1"/>
          </p:cNvSpPr>
          <p:nvPr>
            <p:ph idx="1"/>
          </p:nvPr>
        </p:nvSpPr>
        <p:spPr/>
        <p:txBody>
          <a:bodyPr/>
          <a:lstStyle/>
          <a:p>
            <a:endParaRPr lang="en-US"/>
          </a:p>
        </p:txBody>
      </p:sp>
      <p:pic>
        <p:nvPicPr>
          <p:cNvPr id="595383306" name="Picture 1"/>
          <p:cNvPicPr>
            <a:picLocks noChangeAspect="1"/>
          </p:cNvPicPr>
          <p:nvPr/>
        </p:nvPicPr>
        <p:blipFill>
          <a:blip r:embed="rId1"/>
          <a:stretch>
            <a:fillRect/>
          </a:stretch>
        </p:blipFill>
        <p:spPr>
          <a:xfrm>
            <a:off x="216535" y="680720"/>
            <a:ext cx="11436350" cy="58089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2" name="Rectangle 61"/>
          <p:cNvSpPr>
            <a:spLocks noGrp="1" noRot="1" noChangeAspect="1" noMove="1" noResize="1" noEditPoints="1" noAdjustHandles="1" noChangeArrowheads="1" noChangeShapeType="1" noTextEdit="1"/>
          </p:cNvSpPr>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p:cNvSpPr>
            <a:spLocks noGrp="1" noRot="1" noChangeAspect="1" noMove="1" noResize="1" noEditPoints="1" noAdjustHandles="1" noChangeArrowheads="1" noChangeShapeType="1" noTextEdit="1"/>
          </p:cNvSpPr>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p:cNvSpPr>
            <a:spLocks noGrp="1"/>
          </p:cNvSpPr>
          <p:nvPr>
            <p:ph type="title"/>
          </p:nvPr>
        </p:nvSpPr>
        <p:spPr>
          <a:xfrm>
            <a:off x="216310" y="-16810"/>
            <a:ext cx="9617238" cy="754230"/>
          </a:xfrm>
        </p:spPr>
        <p:txBody>
          <a:bodyPr vert="horz" lIns="91440" tIns="45720" rIns="91440" bIns="45720" rtlCol="0" anchor="b">
            <a:normAutofit/>
          </a:bodyPr>
          <a:lstStyle/>
          <a:p>
            <a:r>
              <a:rPr lang="en-US" sz="3600" kern="1200" dirty="0">
                <a:solidFill>
                  <a:schemeClr val="tx2"/>
                </a:solidFill>
                <a:latin typeface="Arial" panose="020B0604020202020204" pitchFamily="34" charset="0"/>
                <a:cs typeface="Arial" panose="020B0604020202020204" pitchFamily="34" charset="0"/>
              </a:rPr>
              <a:t>2.5. </a:t>
            </a:r>
            <a:r>
              <a:rPr lang="en-US" sz="3600" kern="1200" dirty="0" err="1">
                <a:solidFill>
                  <a:schemeClr val="tx2"/>
                </a:solidFill>
                <a:latin typeface="Arial" panose="020B0604020202020204" pitchFamily="34" charset="0"/>
                <a:cs typeface="Arial" panose="020B0604020202020204" pitchFamily="34" charset="0"/>
              </a:rPr>
              <a:t>ScreenFlow</a:t>
            </a:r>
            <a:endParaRPr lang="en-US" sz="3600" kern="1200" dirty="0">
              <a:solidFill>
                <a:schemeClr val="tx2"/>
              </a:solidFill>
              <a:latin typeface="Arial" panose="020B0604020202020204" pitchFamily="34" charset="0"/>
              <a:cs typeface="Arial" panose="020B0604020202020204" pitchFamily="34" charset="0"/>
            </a:endParaRPr>
          </a:p>
        </p:txBody>
      </p:sp>
      <p:grpSp>
        <p:nvGrpSpPr>
          <p:cNvPr id="45" name="Group 44"/>
          <p:cNvGrpSpPr>
            <a:grpSpLocks noGrp="1" noRot="1" noChangeAspect="1" noMove="1" noResize="1" noUngrp="1"/>
          </p:cNvGrpSpPr>
          <p:nvPr/>
        </p:nvGrpSpPr>
        <p:grpSpPr>
          <a:xfrm>
            <a:off x="8289890" y="0"/>
            <a:ext cx="3902110" cy="2382977"/>
            <a:chOff x="6867015" y="-1"/>
            <a:chExt cx="5324985" cy="3251912"/>
          </a:xfrm>
          <a:solidFill>
            <a:schemeClr val="accent5">
              <a:alpha val="10000"/>
            </a:schemeClr>
          </a:solidFill>
        </p:grpSpPr>
        <p:sp>
          <p:nvSpPr>
            <p:cNvPr id="46" name="Freeform: Shape 45"/>
            <p:cNvSpPr/>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Shape 63"/>
            <p:cNvSpPr/>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Shape 64"/>
            <p:cNvSpPr/>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Freeform: Shape 65"/>
            <p:cNvSpPr/>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7" name="Group 66"/>
          <p:cNvGrpSpPr>
            <a:grpSpLocks noGrp="1" noRot="1" noChangeAspect="1" noMove="1" noResize="1" noUngrp="1"/>
          </p:cNvGrpSpPr>
          <p:nvPr/>
        </p:nvGrpSpPr>
        <p:grpSpPr>
          <a:xfrm rot="10800000" flipH="1">
            <a:off x="0" y="4682671"/>
            <a:ext cx="2898948" cy="2175328"/>
            <a:chOff x="-305" y="-1"/>
            <a:chExt cx="3832880" cy="2876136"/>
          </a:xfrm>
        </p:grpSpPr>
        <p:sp>
          <p:nvSpPr>
            <p:cNvPr id="68" name="Freeform: Shape 67"/>
            <p:cNvSpPr/>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Shape 68"/>
            <p:cNvSpPr/>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Shape 69"/>
            <p:cNvSpPr/>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Shape 70"/>
            <p:cNvSpPr/>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2"/>
          <p:cNvSpPr>
            <a:spLocks noChangeArrowheads="1"/>
          </p:cNvSpPr>
          <p:nvPr/>
        </p:nvSpPr>
        <p:spPr bwMode="auto">
          <a:xfrm>
            <a:off x="3562350" y="17716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 name="Content Placeholder 3"/>
          <p:cNvSpPr>
            <a:spLocks noGrp="1"/>
          </p:cNvSpPr>
          <p:nvPr>
            <p:ph idx="1"/>
          </p:nvPr>
        </p:nvSpPr>
        <p:spPr/>
        <p:txBody>
          <a:bodyPr/>
          <a:lstStyle/>
          <a:p>
            <a:endParaRPr lang="en-US"/>
          </a:p>
        </p:txBody>
      </p:sp>
      <p:pic>
        <p:nvPicPr>
          <p:cNvPr id="21" name="image16.png"/>
          <p:cNvPicPr preferRelativeResize="0"/>
          <p:nvPr/>
        </p:nvPicPr>
        <p:blipFill>
          <a:blip r:embed="rId1"/>
          <a:srcRect/>
          <a:stretch>
            <a:fillRect/>
          </a:stretch>
        </p:blipFill>
        <p:spPr>
          <a:xfrm>
            <a:off x="501650" y="737235"/>
            <a:ext cx="11292205" cy="57626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alpha val="35000"/>
          </a:schemeClr>
        </a:solidFill>
        <a:effectLst/>
      </p:bgPr>
    </p:bg>
    <p:spTree>
      <p:nvGrpSpPr>
        <p:cNvPr id="1" name=""/>
        <p:cNvGrpSpPr/>
        <p:nvPr/>
      </p:nvGrpSpPr>
      <p:grpSpPr>
        <a:xfrm>
          <a:off x="0" y="0"/>
          <a:ext cx="0" cy="0"/>
          <a:chOff x="0" y="0"/>
          <a:chExt cx="0" cy="0"/>
        </a:xfrm>
      </p:grpSpPr>
      <p:sp>
        <p:nvSpPr>
          <p:cNvPr id="20" name="Rectangle 19"/>
          <p:cNvSpPr>
            <a:spLocks noGrp="1" noRot="1" noChangeAspect="1" noMove="1" noResize="1" noEditPoints="1" noAdjustHandles="1" noChangeArrowheads="1" noChangeShapeType="1" noTextEdit="1"/>
          </p:cNvSpPr>
          <p:nvPr/>
        </p:nvSpPr>
        <p:spPr>
          <a:xfrm>
            <a:off x="1524"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2" name="Rectangle 21"/>
          <p:cNvSpPr>
            <a:spLocks noGrp="1" noRot="1" noChangeAspect="1" noMove="1" noResize="1" noEditPoints="1" noAdjustHandles="1" noChangeArrowheads="1" noChangeShapeType="1" noTextEdit="1"/>
          </p:cNvSpPr>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4" name="Rectangle 23"/>
          <p:cNvSpPr>
            <a:spLocks noGrp="1" noRot="1" noChangeAspect="1" noMove="1" noResize="1" noEditPoints="1" noAdjustHandles="1" noChangeArrowheads="1" noChangeShapeType="1" noTextEdit="1"/>
          </p:cNvSpPr>
          <p:nvPr/>
        </p:nvSpPr>
        <p:spPr>
          <a:xfrm>
            <a:off x="1478324" y="709375"/>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a:spLocks noGrp="1" noRot="1" noChangeAspect="1" noMove="1" noResize="1" noEditPoints="1" noAdjustHandles="1" noChangeArrowheads="1" noChangeShapeType="1" noTextEdit="1"/>
          </p:cNvSpPr>
          <p:nvPr/>
        </p:nvSpPr>
        <p:spPr>
          <a:xfrm rot="16200000">
            <a:off x="-543451" y="1248213"/>
            <a:ext cx="5413238" cy="4326335"/>
          </a:xfrm>
          <a:prstGeom prst="rect">
            <a:avLst/>
          </a:prstGeom>
          <a:solidFill>
            <a:schemeClr val="accent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04967" y="675564"/>
            <a:ext cx="3609833" cy="5204085"/>
          </a:xfrm>
        </p:spPr>
        <p:txBody>
          <a:bodyPr>
            <a:normAutofit/>
          </a:bodyPr>
          <a:lstStyle/>
          <a:p>
            <a:r>
              <a:rPr lang="en-US" dirty="0" err="1">
                <a:latin typeface="Arial" panose="020B0604020202020204" pitchFamily="34" charset="0"/>
                <a:cs typeface="Arial" panose="020B0604020202020204" pitchFamily="34" charset="0"/>
              </a:rPr>
              <a:t>Nội</a:t>
            </a:r>
            <a:r>
              <a:rPr lang="en-US" dirty="0">
                <a:latin typeface="Arial" panose="020B0604020202020204" pitchFamily="34" charset="0"/>
                <a:cs typeface="Arial" panose="020B0604020202020204" pitchFamily="34" charset="0"/>
              </a:rPr>
              <a:t> dung</a:t>
            </a:r>
            <a:endParaRPr lang="en-US" dirty="0">
              <a:latin typeface="Arial" panose="020B0604020202020204" pitchFamily="34" charset="0"/>
              <a:cs typeface="Arial" panose="020B0604020202020204" pitchFamily="34" charset="0"/>
            </a:endParaRPr>
          </a:p>
        </p:txBody>
      </p:sp>
      <p:cxnSp>
        <p:nvCxnSpPr>
          <p:cNvPr id="28" name="Straight Connector 27"/>
          <p:cNvCxnSpPr>
            <a:cxnSpLocks noGrp="1" noRot="1" noChangeAspect="1" noMove="1" noResize="1" noEditPoints="1" noAdjustHandles="1" noChangeArrowheads="1" noChangeShapeType="1"/>
          </p:cNvCxnSpPr>
          <p:nvPr/>
        </p:nvCxnSpPr>
        <p:spPr>
          <a:xfrm flipV="1">
            <a:off x="11365990"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a:cxnSpLocks noGrp="1" noRot="1" noChangeAspect="1" noMove="1" noResize="1" noEditPoints="1" noAdjustHandles="1" noChangeArrowheads="1" noChangeShapeType="1"/>
          </p:cNvCxnSpPr>
          <p:nvPr/>
        </p:nvCxnSpPr>
        <p:spPr>
          <a:xfrm>
            <a:off x="0" y="6118001"/>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4773656" y="2936292"/>
            <a:ext cx="5586938" cy="722215"/>
            <a:chOff x="349376" y="47167"/>
            <a:chExt cx="5586938" cy="722215"/>
          </a:xfrm>
        </p:grpSpPr>
        <p:sp>
          <p:nvSpPr>
            <p:cNvPr id="4" name="Rectangle 3"/>
            <p:cNvSpPr/>
            <p:nvPr/>
          </p:nvSpPr>
          <p:spPr>
            <a:xfrm>
              <a:off x="349376" y="47167"/>
              <a:ext cx="5586938" cy="722215"/>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5" name="TextBox 4"/>
            <p:cNvSpPr txBox="1"/>
            <p:nvPr/>
          </p:nvSpPr>
          <p:spPr>
            <a:xfrm>
              <a:off x="349376" y="47167"/>
              <a:ext cx="5586938" cy="7222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73259" tIns="93980" rIns="93980" bIns="93980" numCol="1" spcCol="1270" anchor="ctr" anchorCtr="0">
              <a:noAutofit/>
            </a:bodyPr>
            <a:lstStyle/>
            <a:p>
              <a:pPr marL="0" lvl="0" indent="0" algn="l" defTabSz="1644650">
                <a:lnSpc>
                  <a:spcPct val="90000"/>
                </a:lnSpc>
                <a:spcBef>
                  <a:spcPct val="0"/>
                </a:spcBef>
                <a:spcAft>
                  <a:spcPct val="35000"/>
                </a:spcAft>
                <a:buNone/>
              </a:pPr>
              <a:r>
                <a:rPr lang="en-US" sz="3700" kern="1200" dirty="0"/>
                <a:t> </a:t>
              </a:r>
              <a:r>
                <a:rPr lang="en-US" sz="3700" kern="1200" dirty="0" err="1">
                  <a:latin typeface="Arial" panose="020B0604020202020204" pitchFamily="34" charset="0"/>
                  <a:cs typeface="Arial" panose="020B0604020202020204" pitchFamily="34" charset="0"/>
                </a:rPr>
                <a:t>Giải</a:t>
              </a:r>
              <a:r>
                <a:rPr lang="en-US" sz="3700" kern="1200" dirty="0">
                  <a:latin typeface="Arial" panose="020B0604020202020204" pitchFamily="34" charset="0"/>
                  <a:cs typeface="Arial" panose="020B0604020202020204" pitchFamily="34" charset="0"/>
                </a:rPr>
                <a:t> </a:t>
              </a:r>
              <a:r>
                <a:rPr lang="en-US" sz="3700" kern="1200" dirty="0" err="1">
                  <a:latin typeface="Arial" panose="020B0604020202020204" pitchFamily="34" charset="0"/>
                  <a:cs typeface="Arial" panose="020B0604020202020204" pitchFamily="34" charset="0"/>
                </a:rPr>
                <a:t>pháp</a:t>
              </a:r>
              <a:r>
                <a:rPr lang="en-US" sz="3700" kern="1200" dirty="0">
                  <a:latin typeface="Arial" panose="020B0604020202020204" pitchFamily="34" charset="0"/>
                  <a:cs typeface="Arial" panose="020B0604020202020204" pitchFamily="34" charset="0"/>
                </a:rPr>
                <a:t> &amp; </a:t>
              </a:r>
              <a:r>
                <a:rPr lang="en-US" sz="3700" kern="1200" dirty="0" err="1">
                  <a:latin typeface="Arial" panose="020B0604020202020204" pitchFamily="34" charset="0"/>
                  <a:cs typeface="Arial" panose="020B0604020202020204" pitchFamily="34" charset="0"/>
                </a:rPr>
                <a:t>Hiện</a:t>
              </a:r>
              <a:r>
                <a:rPr lang="en-US" sz="3700" kern="1200" dirty="0">
                  <a:latin typeface="Arial" panose="020B0604020202020204" pitchFamily="34" charset="0"/>
                  <a:cs typeface="Arial" panose="020B0604020202020204" pitchFamily="34" charset="0"/>
                </a:rPr>
                <a:t> </a:t>
              </a:r>
              <a:r>
                <a:rPr lang="en-US" sz="3700" kern="1200" dirty="0" err="1">
                  <a:latin typeface="Arial" panose="020B0604020202020204" pitchFamily="34" charset="0"/>
                  <a:cs typeface="Arial" panose="020B0604020202020204" pitchFamily="34" charset="0"/>
                </a:rPr>
                <a:t>thực</a:t>
              </a:r>
              <a:endParaRPr lang="en-US" sz="3700" kern="1200" dirty="0">
                <a:latin typeface="Arial" panose="020B0604020202020204" pitchFamily="34" charset="0"/>
                <a:cs typeface="Arial" panose="020B0604020202020204" pitchFamily="34" charset="0"/>
              </a:endParaRPr>
            </a:p>
          </p:txBody>
        </p:sp>
      </p:grpSp>
      <p:sp>
        <p:nvSpPr>
          <p:cNvPr id="6" name="Oval 5"/>
          <p:cNvSpPr/>
          <p:nvPr/>
        </p:nvSpPr>
        <p:spPr>
          <a:xfrm>
            <a:off x="4424280" y="2889125"/>
            <a:ext cx="902769" cy="902769"/>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endParaRPr lang="en-US" dirty="0">
              <a:ln w="0"/>
              <a:solidFill>
                <a:schemeClr val="accent1"/>
              </a:solidFill>
              <a:effectLst>
                <a:outerShdw blurRad="38100" dist="25400" dir="5400000" algn="ctr" rotWithShape="0">
                  <a:srgbClr val="6E747A">
                    <a:alpha val="43000"/>
                  </a:srgbClr>
                </a:outerShdw>
              </a:effectLst>
            </a:endParaRPr>
          </a:p>
          <a:p>
            <a:endParaRPr lang="en-US" dirty="0"/>
          </a:p>
        </p:txBody>
      </p:sp>
      <p:sp>
        <p:nvSpPr>
          <p:cNvPr id="7" name="Rectangle 6"/>
          <p:cNvSpPr/>
          <p:nvPr/>
        </p:nvSpPr>
        <p:spPr>
          <a:xfrm>
            <a:off x="4611029" y="2862693"/>
            <a:ext cx="569388" cy="923330"/>
          </a:xfrm>
          <a:prstGeom prst="rect">
            <a:avLst/>
          </a:prstGeom>
          <a:noFill/>
        </p:spPr>
        <p:txBody>
          <a:bodyPr wrap="none" lIns="91440" tIns="45720" rIns="91440" bIns="45720">
            <a:spAutoFit/>
          </a:bodyPr>
          <a:lstStyle/>
          <a:p>
            <a:pPr algn="ctr"/>
            <a:r>
              <a:rPr lang="en-US" sz="5400" b="0"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3</a:t>
            </a:r>
            <a:endParaRPr lang="en-US" sz="5400" b="0"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alpha val="35000"/>
          </a:schemeClr>
        </a:solidFill>
        <a:effectLst/>
      </p:bgPr>
    </p:bg>
    <p:spTree>
      <p:nvGrpSpPr>
        <p:cNvPr id="1" name=""/>
        <p:cNvGrpSpPr/>
        <p:nvPr/>
      </p:nvGrpSpPr>
      <p:grpSpPr>
        <a:xfrm>
          <a:off x="0" y="0"/>
          <a:ext cx="0" cy="0"/>
          <a:chOff x="0" y="0"/>
          <a:chExt cx="0" cy="0"/>
        </a:xfrm>
      </p:grpSpPr>
      <p:sp>
        <p:nvSpPr>
          <p:cNvPr id="20" name="Rectangle 19"/>
          <p:cNvSpPr>
            <a:spLocks noGrp="1" noRot="1" noChangeAspect="1" noMove="1" noResize="1" noEditPoints="1" noAdjustHandles="1" noChangeArrowheads="1" noChangeShapeType="1" noTextEdit="1"/>
          </p:cNvSpPr>
          <p:nvPr/>
        </p:nvSpPr>
        <p:spPr>
          <a:xfrm>
            <a:off x="1524"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2" name="Rectangle 21"/>
          <p:cNvSpPr>
            <a:spLocks noGrp="1" noRot="1" noChangeAspect="1" noMove="1" noResize="1" noEditPoints="1" noAdjustHandles="1" noChangeArrowheads="1" noChangeShapeType="1" noTextEdit="1"/>
          </p:cNvSpPr>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4" name="Rectangle 23"/>
          <p:cNvSpPr>
            <a:spLocks noGrp="1" noRot="1" noChangeAspect="1" noMove="1" noResize="1" noEditPoints="1" noAdjustHandles="1" noChangeArrowheads="1" noChangeShapeType="1" noTextEdit="1"/>
          </p:cNvSpPr>
          <p:nvPr/>
        </p:nvSpPr>
        <p:spPr>
          <a:xfrm>
            <a:off x="1478324" y="709375"/>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a:spLocks noGrp="1" noRot="1" noChangeAspect="1" noMove="1" noResize="1" noEditPoints="1" noAdjustHandles="1" noChangeArrowheads="1" noChangeShapeType="1" noTextEdit="1"/>
          </p:cNvSpPr>
          <p:nvPr/>
        </p:nvSpPr>
        <p:spPr>
          <a:xfrm rot="16200000">
            <a:off x="-543451" y="1248213"/>
            <a:ext cx="5413238" cy="4326335"/>
          </a:xfrm>
          <a:prstGeom prst="rect">
            <a:avLst/>
          </a:prstGeom>
          <a:solidFill>
            <a:schemeClr val="accent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04967" y="675564"/>
            <a:ext cx="3609833" cy="5204085"/>
          </a:xfrm>
        </p:spPr>
        <p:txBody>
          <a:bodyPr>
            <a:normAutofit/>
          </a:bodyPr>
          <a:lstStyle/>
          <a:p>
            <a:r>
              <a:rPr lang="en-US" dirty="0" err="1">
                <a:latin typeface="Arial" panose="020B0604020202020204" pitchFamily="34" charset="0"/>
                <a:cs typeface="Arial" panose="020B0604020202020204" pitchFamily="34" charset="0"/>
              </a:rPr>
              <a:t>Nội</a:t>
            </a:r>
            <a:r>
              <a:rPr lang="en-US" dirty="0">
                <a:latin typeface="Arial" panose="020B0604020202020204" pitchFamily="34" charset="0"/>
                <a:cs typeface="Arial" panose="020B0604020202020204" pitchFamily="34" charset="0"/>
              </a:rPr>
              <a:t> dung</a:t>
            </a:r>
            <a:endParaRPr lang="en-US" dirty="0">
              <a:latin typeface="Arial" panose="020B0604020202020204" pitchFamily="34" charset="0"/>
              <a:cs typeface="Arial" panose="020B0604020202020204" pitchFamily="34" charset="0"/>
            </a:endParaRPr>
          </a:p>
        </p:txBody>
      </p:sp>
      <p:cxnSp>
        <p:nvCxnSpPr>
          <p:cNvPr id="28" name="Straight Connector 27"/>
          <p:cNvCxnSpPr>
            <a:cxnSpLocks noGrp="1" noRot="1" noChangeAspect="1" noMove="1" noResize="1" noEditPoints="1" noAdjustHandles="1" noChangeArrowheads="1" noChangeShapeType="1"/>
          </p:cNvCxnSpPr>
          <p:nvPr/>
        </p:nvCxnSpPr>
        <p:spPr>
          <a:xfrm flipV="1">
            <a:off x="11365990"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a:cxnSpLocks noGrp="1" noRot="1" noChangeAspect="1" noMove="1" noResize="1" noEditPoints="1" noAdjustHandles="1" noChangeArrowheads="1" noChangeShapeType="1"/>
          </p:cNvCxnSpPr>
          <p:nvPr/>
        </p:nvCxnSpPr>
        <p:spPr>
          <a:xfrm>
            <a:off x="0" y="6118001"/>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4773656" y="2936292"/>
            <a:ext cx="5586938" cy="722215"/>
            <a:chOff x="349376" y="47167"/>
            <a:chExt cx="5586938" cy="722215"/>
          </a:xfrm>
        </p:grpSpPr>
        <p:sp>
          <p:nvSpPr>
            <p:cNvPr id="4" name="Rectangle 3"/>
            <p:cNvSpPr/>
            <p:nvPr/>
          </p:nvSpPr>
          <p:spPr>
            <a:xfrm>
              <a:off x="349376" y="47167"/>
              <a:ext cx="5586938" cy="722215"/>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5" name="TextBox 4"/>
            <p:cNvSpPr txBox="1"/>
            <p:nvPr/>
          </p:nvSpPr>
          <p:spPr>
            <a:xfrm>
              <a:off x="349376" y="47167"/>
              <a:ext cx="5586938" cy="7222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73259" tIns="93980" rIns="93980" bIns="93980" numCol="1" spcCol="1270" anchor="ctr" anchorCtr="0">
              <a:noAutofit/>
            </a:bodyPr>
            <a:lstStyle/>
            <a:p>
              <a:pPr marL="0" lvl="0" indent="0" algn="l" defTabSz="1644650">
                <a:lnSpc>
                  <a:spcPct val="90000"/>
                </a:lnSpc>
                <a:spcBef>
                  <a:spcPct val="0"/>
                </a:spcBef>
                <a:spcAft>
                  <a:spcPct val="35000"/>
                </a:spcAft>
                <a:buNone/>
              </a:pPr>
              <a:r>
                <a:rPr lang="en-US" sz="3700" kern="1200" dirty="0"/>
                <a:t> </a:t>
              </a:r>
              <a:r>
                <a:rPr lang="en-US" sz="3700" kern="1200" dirty="0" err="1">
                  <a:latin typeface="Arial" panose="020B0604020202020204" pitchFamily="34" charset="0"/>
                  <a:cs typeface="Arial" panose="020B0604020202020204" pitchFamily="34" charset="0"/>
                </a:rPr>
                <a:t>Hiện</a:t>
              </a:r>
              <a:r>
                <a:rPr lang="en-US" sz="3700" kern="1200" dirty="0">
                  <a:latin typeface="Arial" panose="020B0604020202020204" pitchFamily="34" charset="0"/>
                  <a:cs typeface="Arial" panose="020B0604020202020204" pitchFamily="34" charset="0"/>
                </a:rPr>
                <a:t> </a:t>
              </a:r>
              <a:r>
                <a:rPr lang="en-US" sz="3700" kern="1200" dirty="0" err="1">
                  <a:latin typeface="Arial" panose="020B0604020202020204" pitchFamily="34" charset="0"/>
                  <a:cs typeface="Arial" panose="020B0604020202020204" pitchFamily="34" charset="0"/>
                </a:rPr>
                <a:t>thực</a:t>
              </a:r>
              <a:r>
                <a:rPr lang="en-US" sz="3700" kern="1200" dirty="0">
                  <a:latin typeface="Arial" panose="020B0604020202020204" pitchFamily="34" charset="0"/>
                  <a:cs typeface="Arial" panose="020B0604020202020204" pitchFamily="34" charset="0"/>
                </a:rPr>
                <a:t> </a:t>
              </a:r>
              <a:r>
                <a:rPr lang="en-US" sz="3700" kern="1200" dirty="0" err="1">
                  <a:latin typeface="Arial" panose="020B0604020202020204" pitchFamily="34" charset="0"/>
                  <a:cs typeface="Arial" panose="020B0604020202020204" pitchFamily="34" charset="0"/>
                </a:rPr>
                <a:t>phần</a:t>
              </a:r>
              <a:r>
                <a:rPr lang="en-US" sz="3700" kern="1200" dirty="0">
                  <a:latin typeface="Arial" panose="020B0604020202020204" pitchFamily="34" charset="0"/>
                  <a:cs typeface="Arial" panose="020B0604020202020204" pitchFamily="34" charset="0"/>
                </a:rPr>
                <a:t> </a:t>
              </a:r>
              <a:r>
                <a:rPr lang="en-US" sz="3700" kern="1200" dirty="0" err="1">
                  <a:latin typeface="Arial" panose="020B0604020202020204" pitchFamily="34" charset="0"/>
                  <a:cs typeface="Arial" panose="020B0604020202020204" pitchFamily="34" charset="0"/>
                </a:rPr>
                <a:t>mềm</a:t>
              </a:r>
              <a:endParaRPr lang="en-US" sz="3700" kern="1200" dirty="0">
                <a:latin typeface="Arial" panose="020B0604020202020204" pitchFamily="34" charset="0"/>
                <a:cs typeface="Arial" panose="020B0604020202020204" pitchFamily="34" charset="0"/>
              </a:endParaRPr>
            </a:p>
          </p:txBody>
        </p:sp>
      </p:grpSp>
      <p:sp>
        <p:nvSpPr>
          <p:cNvPr id="6" name="Oval 5"/>
          <p:cNvSpPr/>
          <p:nvPr/>
        </p:nvSpPr>
        <p:spPr>
          <a:xfrm>
            <a:off x="4424280" y="2889125"/>
            <a:ext cx="902769" cy="902769"/>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endParaRPr lang="en-US" dirty="0">
              <a:ln w="0"/>
              <a:solidFill>
                <a:schemeClr val="accent1"/>
              </a:solidFill>
              <a:effectLst>
                <a:outerShdw blurRad="38100" dist="25400" dir="5400000" algn="ctr" rotWithShape="0">
                  <a:srgbClr val="6E747A">
                    <a:alpha val="43000"/>
                  </a:srgbClr>
                </a:outerShdw>
              </a:effectLst>
            </a:endParaRPr>
          </a:p>
          <a:p>
            <a:endParaRPr lang="en-US" dirty="0"/>
          </a:p>
        </p:txBody>
      </p:sp>
      <p:sp>
        <p:nvSpPr>
          <p:cNvPr id="7" name="Rectangle 6"/>
          <p:cNvSpPr/>
          <p:nvPr/>
        </p:nvSpPr>
        <p:spPr>
          <a:xfrm>
            <a:off x="4322490" y="2862693"/>
            <a:ext cx="1146468" cy="923330"/>
          </a:xfrm>
          <a:prstGeom prst="rect">
            <a:avLst/>
          </a:prstGeom>
          <a:noFill/>
        </p:spPr>
        <p:txBody>
          <a:bodyPr wrap="none" lIns="91440" tIns="45720" rIns="91440" bIns="45720">
            <a:spAutoFit/>
          </a:bodyPr>
          <a:lstStyle/>
          <a:p>
            <a:pPr algn="ctr"/>
            <a:r>
              <a:rPr lang="en-US" sz="5400" b="0"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3.1</a:t>
            </a:r>
            <a:endParaRPr lang="en-US" sz="5400" b="0"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2" name="Rectangle 61"/>
          <p:cNvSpPr>
            <a:spLocks noGrp="1" noRot="1" noChangeAspect="1" noMove="1" noResize="1" noEditPoints="1" noAdjustHandles="1" noChangeArrowheads="1" noChangeShapeType="1" noTextEdit="1"/>
          </p:cNvSpPr>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p:cNvSpPr>
            <a:spLocks noGrp="1" noRot="1" noChangeAspect="1" noMove="1" noResize="1" noEditPoints="1" noAdjustHandles="1" noChangeArrowheads="1" noChangeShapeType="1" noTextEdit="1"/>
          </p:cNvSpPr>
          <p:nvPr/>
        </p:nvSpPr>
        <p:spPr>
          <a:xfrm>
            <a:off x="305" y="-889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p:cNvSpPr>
            <a:spLocks noGrp="1"/>
          </p:cNvSpPr>
          <p:nvPr>
            <p:ph type="title"/>
          </p:nvPr>
        </p:nvSpPr>
        <p:spPr>
          <a:xfrm>
            <a:off x="216310" y="-16810"/>
            <a:ext cx="9617238" cy="754230"/>
          </a:xfrm>
        </p:spPr>
        <p:txBody>
          <a:bodyPr vert="horz" lIns="91440" tIns="45720" rIns="91440" bIns="45720" rtlCol="0" anchor="b">
            <a:normAutofit/>
          </a:bodyPr>
          <a:lstStyle/>
          <a:p>
            <a:r>
              <a:rPr lang="en-US" sz="3600" dirty="0">
                <a:solidFill>
                  <a:schemeClr val="tx2"/>
                </a:solidFill>
                <a:latin typeface="Arial" panose="020B0604020202020204" pitchFamily="34" charset="0"/>
                <a:cs typeface="Arial" panose="020B0604020202020204" pitchFamily="34" charset="0"/>
              </a:rPr>
              <a:t>3</a:t>
            </a:r>
            <a:r>
              <a:rPr lang="en-US" sz="3600" kern="1200" dirty="0">
                <a:solidFill>
                  <a:schemeClr val="tx2"/>
                </a:solidFill>
                <a:latin typeface="Arial" panose="020B0604020202020204" pitchFamily="34" charset="0"/>
                <a:cs typeface="Arial" panose="020B0604020202020204" pitchFamily="34" charset="0"/>
              </a:rPr>
              <a:t>.1.1. </a:t>
            </a:r>
            <a:r>
              <a:rPr lang="en-US" sz="3600" dirty="0">
                <a:solidFill>
                  <a:schemeClr val="tx2"/>
                </a:solidFill>
                <a:latin typeface="Arial" panose="020B0604020202020204" pitchFamily="34" charset="0"/>
                <a:cs typeface="Arial" panose="020B0604020202020204" pitchFamily="34" charset="0"/>
              </a:rPr>
              <a:t>Giao </a:t>
            </a:r>
            <a:r>
              <a:rPr lang="en-US" sz="3600" dirty="0" err="1">
                <a:solidFill>
                  <a:schemeClr val="tx2"/>
                </a:solidFill>
                <a:latin typeface="Arial" panose="020B0604020202020204" pitchFamily="34" charset="0"/>
                <a:cs typeface="Arial" panose="020B0604020202020204" pitchFamily="34" charset="0"/>
              </a:rPr>
              <a:t>diện</a:t>
            </a:r>
            <a:r>
              <a:rPr lang="en-US" sz="3600" dirty="0">
                <a:solidFill>
                  <a:schemeClr val="tx2"/>
                </a:solidFill>
                <a:latin typeface="Arial" panose="020B0604020202020204" pitchFamily="34" charset="0"/>
                <a:cs typeface="Arial" panose="020B0604020202020204" pitchFamily="34" charset="0"/>
              </a:rPr>
              <a:t> </a:t>
            </a:r>
            <a:r>
              <a:rPr lang="en-US" sz="3600" dirty="0" err="1">
                <a:solidFill>
                  <a:schemeClr val="tx2"/>
                </a:solidFill>
                <a:latin typeface="Arial" panose="020B0604020202020204" pitchFamily="34" charset="0"/>
                <a:cs typeface="Arial" panose="020B0604020202020204" pitchFamily="34" charset="0"/>
              </a:rPr>
              <a:t>quản</a:t>
            </a:r>
            <a:r>
              <a:rPr lang="en-US" sz="3600" dirty="0">
                <a:solidFill>
                  <a:schemeClr val="tx2"/>
                </a:solidFill>
                <a:latin typeface="Arial" panose="020B0604020202020204" pitchFamily="34" charset="0"/>
                <a:cs typeface="Arial" panose="020B0604020202020204" pitchFamily="34" charset="0"/>
              </a:rPr>
              <a:t> </a:t>
            </a:r>
            <a:r>
              <a:rPr lang="en-US" sz="3600" dirty="0" err="1">
                <a:solidFill>
                  <a:schemeClr val="tx2"/>
                </a:solidFill>
                <a:latin typeface="Arial" panose="020B0604020202020204" pitchFamily="34" charset="0"/>
                <a:cs typeface="Arial" panose="020B0604020202020204" pitchFamily="34" charset="0"/>
              </a:rPr>
              <a:t>lý</a:t>
            </a:r>
            <a:r>
              <a:rPr lang="en-US" sz="3600" dirty="0">
                <a:solidFill>
                  <a:schemeClr val="tx2"/>
                </a:solidFill>
                <a:latin typeface="Arial" panose="020B0604020202020204" pitchFamily="34" charset="0"/>
                <a:cs typeface="Arial" panose="020B0604020202020204" pitchFamily="34" charset="0"/>
              </a:rPr>
              <a:t> </a:t>
            </a:r>
            <a:r>
              <a:rPr lang="vi-VN" altLang="en-US" sz="3600" dirty="0">
                <a:solidFill>
                  <a:schemeClr val="tx2"/>
                </a:solidFill>
                <a:latin typeface="Arial" panose="020B0604020202020204" pitchFamily="34" charset="0"/>
                <a:cs typeface="Arial" panose="020B0604020202020204" pitchFamily="34" charset="0"/>
              </a:rPr>
              <a:t>sơ đồ </a:t>
            </a:r>
            <a:r>
              <a:rPr lang="vi-VN" altLang="en-US" sz="3600" dirty="0">
                <a:solidFill>
                  <a:schemeClr val="tx2"/>
                </a:solidFill>
                <a:latin typeface="Arial" panose="020B0604020202020204" pitchFamily="34" charset="0"/>
                <a:cs typeface="Arial" panose="020B0604020202020204" pitchFamily="34" charset="0"/>
              </a:rPr>
              <a:t>phòng</a:t>
            </a:r>
            <a:endParaRPr lang="vi-VN" altLang="en-US" sz="3600" dirty="0">
              <a:solidFill>
                <a:schemeClr val="tx2"/>
              </a:solidFill>
              <a:latin typeface="Arial" panose="020B0604020202020204" pitchFamily="34" charset="0"/>
              <a:cs typeface="Arial" panose="020B0604020202020204" pitchFamily="34" charset="0"/>
            </a:endParaRPr>
          </a:p>
        </p:txBody>
      </p:sp>
      <p:grpSp>
        <p:nvGrpSpPr>
          <p:cNvPr id="45" name="Group 44"/>
          <p:cNvGrpSpPr>
            <a:grpSpLocks noGrp="1" noRot="1" noChangeAspect="1" noMove="1" noResize="1" noUngrp="1"/>
          </p:cNvGrpSpPr>
          <p:nvPr/>
        </p:nvGrpSpPr>
        <p:grpSpPr>
          <a:xfrm>
            <a:off x="8289890" y="0"/>
            <a:ext cx="3902110" cy="2382977"/>
            <a:chOff x="6867015" y="-1"/>
            <a:chExt cx="5324985" cy="3251912"/>
          </a:xfrm>
          <a:solidFill>
            <a:schemeClr val="accent5">
              <a:alpha val="10000"/>
            </a:schemeClr>
          </a:solidFill>
        </p:grpSpPr>
        <p:sp>
          <p:nvSpPr>
            <p:cNvPr id="46" name="Freeform: Shape 45"/>
            <p:cNvSpPr/>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Shape 63"/>
            <p:cNvSpPr/>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Shape 64"/>
            <p:cNvSpPr/>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Freeform: Shape 65"/>
            <p:cNvSpPr/>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7" name="Group 66"/>
          <p:cNvGrpSpPr>
            <a:grpSpLocks noGrp="1" noRot="1" noChangeAspect="1" noMove="1" noResize="1" noUngrp="1"/>
          </p:cNvGrpSpPr>
          <p:nvPr/>
        </p:nvGrpSpPr>
        <p:grpSpPr>
          <a:xfrm rot="10800000" flipH="1">
            <a:off x="0" y="4682671"/>
            <a:ext cx="2898948" cy="2175328"/>
            <a:chOff x="-305" y="-1"/>
            <a:chExt cx="3832880" cy="2876136"/>
          </a:xfrm>
        </p:grpSpPr>
        <p:sp>
          <p:nvSpPr>
            <p:cNvPr id="68" name="Freeform: Shape 67"/>
            <p:cNvSpPr/>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Shape 68"/>
            <p:cNvSpPr/>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Shape 69"/>
            <p:cNvSpPr/>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Shape 70"/>
            <p:cNvSpPr/>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itle 1"/>
          <p:cNvSpPr txBox="1"/>
          <p:nvPr/>
        </p:nvSpPr>
        <p:spPr>
          <a:xfrm>
            <a:off x="294492" y="737420"/>
            <a:ext cx="9575294" cy="461460"/>
          </a:xfrm>
          <a:prstGeom prst="rect">
            <a:avLst/>
          </a:prstGeom>
        </p:spPr>
        <p:txBody>
          <a:bodyPr vert="horz" lIns="91440" tIns="45720" rIns="91440" bIns="45720" rtlCol="0" anchor="b">
            <a:normAutofit fontScale="6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3600" dirty="0">
              <a:solidFill>
                <a:schemeClr val="tx2"/>
              </a:solidFill>
            </a:endParaRPr>
          </a:p>
        </p:txBody>
      </p:sp>
      <p:pic>
        <p:nvPicPr>
          <p:cNvPr id="915889450" name="Picture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94640" y="864870"/>
            <a:ext cx="11027410" cy="572833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2" name="Rectangle 61"/>
          <p:cNvSpPr>
            <a:spLocks noGrp="1" noRot="1" noChangeAspect="1" noMove="1" noResize="1" noEditPoints="1" noAdjustHandles="1" noChangeArrowheads="1" noChangeShapeType="1" noTextEdit="1"/>
          </p:cNvSpPr>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p:cNvSpPr>
            <a:spLocks noGrp="1" noRot="1" noChangeAspect="1" noMove="1" noResize="1" noEditPoints="1" noAdjustHandles="1" noChangeArrowheads="1" noChangeShapeType="1" noTextEdit="1"/>
          </p:cNvSpPr>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p:cNvSpPr>
            <a:spLocks noGrp="1"/>
          </p:cNvSpPr>
          <p:nvPr>
            <p:ph type="title"/>
          </p:nvPr>
        </p:nvSpPr>
        <p:spPr>
          <a:xfrm>
            <a:off x="216310" y="-16810"/>
            <a:ext cx="9617238" cy="754230"/>
          </a:xfrm>
        </p:spPr>
        <p:txBody>
          <a:bodyPr vert="horz" lIns="91440" tIns="45720" rIns="91440" bIns="45720" rtlCol="0" anchor="b">
            <a:normAutofit/>
          </a:bodyPr>
          <a:lstStyle/>
          <a:p>
            <a:r>
              <a:rPr lang="en-US" sz="3600" dirty="0">
                <a:solidFill>
                  <a:schemeClr val="tx2"/>
                </a:solidFill>
                <a:latin typeface="Arial" panose="020B0604020202020204" pitchFamily="34" charset="0"/>
                <a:cs typeface="Arial" panose="020B0604020202020204" pitchFamily="34" charset="0"/>
              </a:rPr>
              <a:t>3</a:t>
            </a:r>
            <a:r>
              <a:rPr lang="en-US" sz="3600" kern="1200" dirty="0">
                <a:solidFill>
                  <a:schemeClr val="tx2"/>
                </a:solidFill>
                <a:latin typeface="Arial" panose="020B0604020202020204" pitchFamily="34" charset="0"/>
                <a:cs typeface="Arial" panose="020B0604020202020204" pitchFamily="34" charset="0"/>
              </a:rPr>
              <a:t>.1.</a:t>
            </a:r>
            <a:r>
              <a:rPr lang="vi-VN" altLang="en-US" sz="3600" kern="1200" dirty="0">
                <a:solidFill>
                  <a:schemeClr val="tx2"/>
                </a:solidFill>
                <a:latin typeface="Arial" panose="020B0604020202020204" pitchFamily="34" charset="0"/>
                <a:cs typeface="Arial" panose="020B0604020202020204" pitchFamily="34" charset="0"/>
              </a:rPr>
              <a:t>2</a:t>
            </a:r>
            <a:r>
              <a:rPr lang="en-US" sz="3600" kern="1200" dirty="0">
                <a:solidFill>
                  <a:schemeClr val="tx2"/>
                </a:solidFill>
                <a:latin typeface="Arial" panose="020B0604020202020204" pitchFamily="34" charset="0"/>
                <a:cs typeface="Arial" panose="020B0604020202020204" pitchFamily="34" charset="0"/>
              </a:rPr>
              <a:t>. </a:t>
            </a:r>
            <a:r>
              <a:rPr lang="en-US" sz="3600" dirty="0">
                <a:solidFill>
                  <a:schemeClr val="tx2"/>
                </a:solidFill>
                <a:latin typeface="Arial" panose="020B0604020202020204" pitchFamily="34" charset="0"/>
                <a:cs typeface="Arial" panose="020B0604020202020204" pitchFamily="34" charset="0"/>
              </a:rPr>
              <a:t>Giao </a:t>
            </a:r>
            <a:r>
              <a:rPr lang="en-US" sz="3600" dirty="0" err="1">
                <a:solidFill>
                  <a:schemeClr val="tx2"/>
                </a:solidFill>
                <a:latin typeface="Arial" panose="020B0604020202020204" pitchFamily="34" charset="0"/>
                <a:cs typeface="Arial" panose="020B0604020202020204" pitchFamily="34" charset="0"/>
              </a:rPr>
              <a:t>diện</a:t>
            </a:r>
            <a:r>
              <a:rPr lang="en-US" sz="3600" dirty="0">
                <a:solidFill>
                  <a:schemeClr val="tx2"/>
                </a:solidFill>
                <a:latin typeface="Arial" panose="020B0604020202020204" pitchFamily="34" charset="0"/>
                <a:cs typeface="Arial" panose="020B0604020202020204" pitchFamily="34" charset="0"/>
              </a:rPr>
              <a:t> </a:t>
            </a:r>
            <a:r>
              <a:rPr lang="en-US" sz="3600" dirty="0" err="1">
                <a:solidFill>
                  <a:schemeClr val="tx2"/>
                </a:solidFill>
                <a:latin typeface="Arial" panose="020B0604020202020204" pitchFamily="34" charset="0"/>
                <a:cs typeface="Arial" panose="020B0604020202020204" pitchFamily="34" charset="0"/>
              </a:rPr>
              <a:t>quản</a:t>
            </a:r>
            <a:r>
              <a:rPr lang="en-US" sz="3600" dirty="0">
                <a:solidFill>
                  <a:schemeClr val="tx2"/>
                </a:solidFill>
                <a:latin typeface="Arial" panose="020B0604020202020204" pitchFamily="34" charset="0"/>
                <a:cs typeface="Arial" panose="020B0604020202020204" pitchFamily="34" charset="0"/>
              </a:rPr>
              <a:t> </a:t>
            </a:r>
            <a:r>
              <a:rPr lang="en-US" sz="3600" dirty="0" err="1">
                <a:solidFill>
                  <a:schemeClr val="tx2"/>
                </a:solidFill>
                <a:latin typeface="Arial" panose="020B0604020202020204" pitchFamily="34" charset="0"/>
                <a:cs typeface="Arial" panose="020B0604020202020204" pitchFamily="34" charset="0"/>
              </a:rPr>
              <a:t>lý</a:t>
            </a:r>
            <a:r>
              <a:rPr lang="vi-VN" altLang="en-US" sz="3600" dirty="0" err="1">
                <a:solidFill>
                  <a:schemeClr val="tx2"/>
                </a:solidFill>
                <a:latin typeface="Arial" panose="020B0604020202020204" pitchFamily="34" charset="0"/>
                <a:cs typeface="Arial" panose="020B0604020202020204" pitchFamily="34" charset="0"/>
              </a:rPr>
              <a:t> </a:t>
            </a:r>
            <a:r>
              <a:rPr lang="vi-VN" altLang="en-US" sz="3600" dirty="0" err="1">
                <a:solidFill>
                  <a:schemeClr val="tx2"/>
                </a:solidFill>
                <a:latin typeface="Arial" panose="020B0604020202020204" pitchFamily="34" charset="0"/>
                <a:cs typeface="Arial" panose="020B0604020202020204" pitchFamily="34" charset="0"/>
              </a:rPr>
              <a:t>phòng</a:t>
            </a:r>
            <a:endParaRPr lang="vi-VN" altLang="en-US" sz="3600" dirty="0" err="1">
              <a:solidFill>
                <a:schemeClr val="tx2"/>
              </a:solidFill>
              <a:latin typeface="Arial" panose="020B0604020202020204" pitchFamily="34" charset="0"/>
              <a:cs typeface="Arial" panose="020B0604020202020204" pitchFamily="34" charset="0"/>
            </a:endParaRPr>
          </a:p>
        </p:txBody>
      </p:sp>
      <p:grpSp>
        <p:nvGrpSpPr>
          <p:cNvPr id="45" name="Group 44"/>
          <p:cNvGrpSpPr>
            <a:grpSpLocks noGrp="1" noRot="1" noChangeAspect="1" noMove="1" noResize="1" noUngrp="1"/>
          </p:cNvGrpSpPr>
          <p:nvPr/>
        </p:nvGrpSpPr>
        <p:grpSpPr>
          <a:xfrm>
            <a:off x="8289890" y="0"/>
            <a:ext cx="3902110" cy="2382977"/>
            <a:chOff x="6867015" y="-1"/>
            <a:chExt cx="5324985" cy="3251912"/>
          </a:xfrm>
          <a:solidFill>
            <a:schemeClr val="accent5">
              <a:alpha val="10000"/>
            </a:schemeClr>
          </a:solidFill>
        </p:grpSpPr>
        <p:sp>
          <p:nvSpPr>
            <p:cNvPr id="46" name="Freeform: Shape 45"/>
            <p:cNvSpPr/>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Shape 63"/>
            <p:cNvSpPr/>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Shape 64"/>
            <p:cNvSpPr/>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Freeform: Shape 65"/>
            <p:cNvSpPr/>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7" name="Group 66"/>
          <p:cNvGrpSpPr>
            <a:grpSpLocks noGrp="1" noRot="1" noChangeAspect="1" noMove="1" noResize="1" noUngrp="1"/>
          </p:cNvGrpSpPr>
          <p:nvPr/>
        </p:nvGrpSpPr>
        <p:grpSpPr>
          <a:xfrm rot="10800000" flipH="1">
            <a:off x="0" y="4682671"/>
            <a:ext cx="2898948" cy="2175328"/>
            <a:chOff x="-305" y="-1"/>
            <a:chExt cx="3832880" cy="2876136"/>
          </a:xfrm>
        </p:grpSpPr>
        <p:sp>
          <p:nvSpPr>
            <p:cNvPr id="68" name="Freeform: Shape 67"/>
            <p:cNvSpPr/>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Shape 68"/>
            <p:cNvSpPr/>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Shape 69"/>
            <p:cNvSpPr/>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Shape 70"/>
            <p:cNvSpPr/>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itle 1"/>
          <p:cNvSpPr txBox="1"/>
          <p:nvPr/>
        </p:nvSpPr>
        <p:spPr>
          <a:xfrm>
            <a:off x="294492" y="737420"/>
            <a:ext cx="9575294" cy="461460"/>
          </a:xfrm>
          <a:prstGeom prst="rect">
            <a:avLst/>
          </a:prstGeom>
        </p:spPr>
        <p:txBody>
          <a:bodyPr vert="horz" lIns="91440" tIns="45720" rIns="91440" bIns="45720" rtlCol="0" anchor="b">
            <a:normAutofit fontScale="6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3600" dirty="0">
              <a:solidFill>
                <a:schemeClr val="tx2"/>
              </a:solidFill>
            </a:endParaRPr>
          </a:p>
        </p:txBody>
      </p:sp>
      <p:pic>
        <p:nvPicPr>
          <p:cNvPr id="103242170" name="Picture 1"/>
          <p:cNvPicPr>
            <a:picLocks noChangeAspect="1"/>
          </p:cNvPicPr>
          <p:nvPr/>
        </p:nvPicPr>
        <p:blipFill>
          <a:blip r:embed="rId1"/>
          <a:stretch>
            <a:fillRect/>
          </a:stretch>
        </p:blipFill>
        <p:spPr>
          <a:xfrm>
            <a:off x="414020" y="982980"/>
            <a:ext cx="11290300" cy="560324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2" name="Rectangle 61"/>
          <p:cNvSpPr>
            <a:spLocks noGrp="1" noRot="1" noChangeAspect="1" noMove="1" noResize="1" noEditPoints="1" noAdjustHandles="1" noChangeArrowheads="1" noChangeShapeType="1" noTextEdit="1"/>
          </p:cNvSpPr>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p:cNvSpPr>
            <a:spLocks noGrp="1" noRot="1" noChangeAspect="1" noMove="1" noResize="1" noEditPoints="1" noAdjustHandles="1" noChangeArrowheads="1" noChangeShapeType="1" noTextEdit="1"/>
          </p:cNvSpPr>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p:cNvSpPr>
            <a:spLocks noGrp="1"/>
          </p:cNvSpPr>
          <p:nvPr>
            <p:ph type="title"/>
          </p:nvPr>
        </p:nvSpPr>
        <p:spPr>
          <a:xfrm>
            <a:off x="216310" y="-16810"/>
            <a:ext cx="9617238" cy="754230"/>
          </a:xfrm>
        </p:spPr>
        <p:txBody>
          <a:bodyPr vert="horz" lIns="91440" tIns="45720" rIns="91440" bIns="45720" rtlCol="0" anchor="b">
            <a:normAutofit/>
          </a:bodyPr>
          <a:lstStyle/>
          <a:p>
            <a:r>
              <a:rPr lang="en-US" sz="3600" dirty="0">
                <a:solidFill>
                  <a:schemeClr val="tx2"/>
                </a:solidFill>
                <a:latin typeface="Arial" panose="020B0604020202020204" pitchFamily="34" charset="0"/>
                <a:cs typeface="Arial" panose="020B0604020202020204" pitchFamily="34" charset="0"/>
              </a:rPr>
              <a:t>3</a:t>
            </a:r>
            <a:r>
              <a:rPr lang="en-US" sz="3600" kern="1200" dirty="0">
                <a:solidFill>
                  <a:schemeClr val="tx2"/>
                </a:solidFill>
                <a:latin typeface="Arial" panose="020B0604020202020204" pitchFamily="34" charset="0"/>
                <a:cs typeface="Arial" panose="020B0604020202020204" pitchFamily="34" charset="0"/>
              </a:rPr>
              <a:t>.1.</a:t>
            </a:r>
            <a:r>
              <a:rPr lang="vi-VN" altLang="en-US" sz="3600" kern="1200" dirty="0">
                <a:solidFill>
                  <a:schemeClr val="tx2"/>
                </a:solidFill>
                <a:latin typeface="Arial" panose="020B0604020202020204" pitchFamily="34" charset="0"/>
                <a:cs typeface="Arial" panose="020B0604020202020204" pitchFamily="34" charset="0"/>
              </a:rPr>
              <a:t>3</a:t>
            </a:r>
            <a:r>
              <a:rPr lang="en-US" sz="3600" kern="1200" dirty="0">
                <a:solidFill>
                  <a:schemeClr val="tx2"/>
                </a:solidFill>
                <a:latin typeface="Arial" panose="020B0604020202020204" pitchFamily="34" charset="0"/>
                <a:cs typeface="Arial" panose="020B0604020202020204" pitchFamily="34" charset="0"/>
              </a:rPr>
              <a:t>. </a:t>
            </a:r>
            <a:r>
              <a:rPr lang="en-US" sz="3600" dirty="0">
                <a:solidFill>
                  <a:schemeClr val="tx2"/>
                </a:solidFill>
                <a:latin typeface="Arial" panose="020B0604020202020204" pitchFamily="34" charset="0"/>
                <a:cs typeface="Arial" panose="020B0604020202020204" pitchFamily="34" charset="0"/>
              </a:rPr>
              <a:t>Giao </a:t>
            </a:r>
            <a:r>
              <a:rPr lang="en-US" sz="3600" dirty="0" err="1">
                <a:solidFill>
                  <a:schemeClr val="tx2"/>
                </a:solidFill>
                <a:latin typeface="Arial" panose="020B0604020202020204" pitchFamily="34" charset="0"/>
                <a:cs typeface="Arial" panose="020B0604020202020204" pitchFamily="34" charset="0"/>
              </a:rPr>
              <a:t>diện</a:t>
            </a:r>
            <a:r>
              <a:rPr lang="en-US" sz="3600" dirty="0">
                <a:solidFill>
                  <a:schemeClr val="tx2"/>
                </a:solidFill>
                <a:latin typeface="Arial" panose="020B0604020202020204" pitchFamily="34" charset="0"/>
                <a:cs typeface="Arial" panose="020B0604020202020204" pitchFamily="34" charset="0"/>
              </a:rPr>
              <a:t> </a:t>
            </a:r>
            <a:r>
              <a:rPr lang="en-US" sz="3600" dirty="0" err="1">
                <a:solidFill>
                  <a:schemeClr val="tx2"/>
                </a:solidFill>
                <a:latin typeface="Arial" panose="020B0604020202020204" pitchFamily="34" charset="0"/>
                <a:cs typeface="Arial" panose="020B0604020202020204" pitchFamily="34" charset="0"/>
              </a:rPr>
              <a:t>tìm</a:t>
            </a:r>
            <a:r>
              <a:rPr lang="en-US" sz="3600" dirty="0">
                <a:solidFill>
                  <a:schemeClr val="tx2"/>
                </a:solidFill>
                <a:latin typeface="Arial" panose="020B0604020202020204" pitchFamily="34" charset="0"/>
                <a:cs typeface="Arial" panose="020B0604020202020204" pitchFamily="34" charset="0"/>
              </a:rPr>
              <a:t> </a:t>
            </a:r>
            <a:r>
              <a:rPr lang="en-US" sz="3600" dirty="0" err="1">
                <a:solidFill>
                  <a:schemeClr val="tx2"/>
                </a:solidFill>
                <a:latin typeface="Arial" panose="020B0604020202020204" pitchFamily="34" charset="0"/>
                <a:cs typeface="Arial" panose="020B0604020202020204" pitchFamily="34" charset="0"/>
              </a:rPr>
              <a:t>kiếm</a:t>
            </a:r>
            <a:endParaRPr lang="en-US" sz="3600" kern="1200" dirty="0">
              <a:solidFill>
                <a:schemeClr val="tx2"/>
              </a:solidFill>
              <a:latin typeface="Arial" panose="020B0604020202020204" pitchFamily="34" charset="0"/>
              <a:cs typeface="Arial" panose="020B0604020202020204" pitchFamily="34" charset="0"/>
            </a:endParaRPr>
          </a:p>
        </p:txBody>
      </p:sp>
      <p:grpSp>
        <p:nvGrpSpPr>
          <p:cNvPr id="45" name="Group 44"/>
          <p:cNvGrpSpPr>
            <a:grpSpLocks noGrp="1" noRot="1" noChangeAspect="1" noMove="1" noResize="1" noUngrp="1"/>
          </p:cNvGrpSpPr>
          <p:nvPr/>
        </p:nvGrpSpPr>
        <p:grpSpPr>
          <a:xfrm>
            <a:off x="8289890" y="0"/>
            <a:ext cx="3902110" cy="2382977"/>
            <a:chOff x="6867015" y="-1"/>
            <a:chExt cx="5324985" cy="3251912"/>
          </a:xfrm>
          <a:solidFill>
            <a:schemeClr val="accent5">
              <a:alpha val="10000"/>
            </a:schemeClr>
          </a:solidFill>
        </p:grpSpPr>
        <p:sp>
          <p:nvSpPr>
            <p:cNvPr id="46" name="Freeform: Shape 45"/>
            <p:cNvSpPr/>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Shape 63"/>
            <p:cNvSpPr/>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Shape 64"/>
            <p:cNvSpPr/>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Freeform: Shape 65"/>
            <p:cNvSpPr/>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7" name="Group 66"/>
          <p:cNvGrpSpPr>
            <a:grpSpLocks noGrp="1" noRot="1" noChangeAspect="1" noMove="1" noResize="1" noUngrp="1"/>
          </p:cNvGrpSpPr>
          <p:nvPr/>
        </p:nvGrpSpPr>
        <p:grpSpPr>
          <a:xfrm rot="10800000" flipH="1">
            <a:off x="0" y="4682671"/>
            <a:ext cx="2898948" cy="2175328"/>
            <a:chOff x="-305" y="-1"/>
            <a:chExt cx="3832880" cy="2876136"/>
          </a:xfrm>
        </p:grpSpPr>
        <p:sp>
          <p:nvSpPr>
            <p:cNvPr id="68" name="Freeform: Shape 67"/>
            <p:cNvSpPr/>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Shape 68"/>
            <p:cNvSpPr/>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Shape 69"/>
            <p:cNvSpPr/>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Shape 70"/>
            <p:cNvSpPr/>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itle 1"/>
          <p:cNvSpPr txBox="1"/>
          <p:nvPr/>
        </p:nvSpPr>
        <p:spPr>
          <a:xfrm>
            <a:off x="294492" y="737420"/>
            <a:ext cx="9575294" cy="461460"/>
          </a:xfrm>
          <a:prstGeom prst="rect">
            <a:avLst/>
          </a:prstGeom>
        </p:spPr>
        <p:txBody>
          <a:bodyPr vert="horz" lIns="91440" tIns="45720" rIns="91440" bIns="45720" rtlCol="0" anchor="b">
            <a:normAutofit fontScale="6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3600" dirty="0">
              <a:solidFill>
                <a:schemeClr val="tx2"/>
              </a:solidFill>
            </a:endParaRPr>
          </a:p>
        </p:txBody>
      </p:sp>
      <p:pic>
        <p:nvPicPr>
          <p:cNvPr id="1818520525" name="Picture 1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a:xfrm>
            <a:off x="506730" y="737235"/>
            <a:ext cx="11124565" cy="590804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2" name="Rectangle 61"/>
          <p:cNvSpPr>
            <a:spLocks noGrp="1" noRot="1" noChangeAspect="1" noMove="1" noResize="1" noEditPoints="1" noAdjustHandles="1" noChangeArrowheads="1" noChangeShapeType="1" noTextEdit="1"/>
          </p:cNvSpPr>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p:cNvSpPr>
            <a:spLocks noGrp="1" noRot="1" noChangeAspect="1" noMove="1" noResize="1" noEditPoints="1" noAdjustHandles="1" noChangeArrowheads="1" noChangeShapeType="1" noTextEdit="1"/>
          </p:cNvSpPr>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p:cNvSpPr>
            <a:spLocks noGrp="1"/>
          </p:cNvSpPr>
          <p:nvPr>
            <p:ph type="title"/>
          </p:nvPr>
        </p:nvSpPr>
        <p:spPr>
          <a:xfrm>
            <a:off x="216310" y="-16810"/>
            <a:ext cx="9617238" cy="754230"/>
          </a:xfrm>
        </p:spPr>
        <p:txBody>
          <a:bodyPr vert="horz" lIns="91440" tIns="45720" rIns="91440" bIns="45720" rtlCol="0" anchor="b">
            <a:normAutofit/>
          </a:bodyPr>
          <a:lstStyle/>
          <a:p>
            <a:r>
              <a:rPr lang="en-US" sz="3600" dirty="0">
                <a:solidFill>
                  <a:schemeClr val="tx2"/>
                </a:solidFill>
                <a:latin typeface="Arial" panose="020B0604020202020204" pitchFamily="34" charset="0"/>
                <a:cs typeface="Arial" panose="020B0604020202020204" pitchFamily="34" charset="0"/>
              </a:rPr>
              <a:t>3</a:t>
            </a:r>
            <a:r>
              <a:rPr lang="en-US" sz="3600" kern="1200" dirty="0">
                <a:solidFill>
                  <a:schemeClr val="tx2"/>
                </a:solidFill>
                <a:latin typeface="Arial" panose="020B0604020202020204" pitchFamily="34" charset="0"/>
                <a:cs typeface="Arial" panose="020B0604020202020204" pitchFamily="34" charset="0"/>
              </a:rPr>
              <a:t>.1.</a:t>
            </a:r>
            <a:r>
              <a:rPr lang="vi-VN" altLang="en-US" sz="3600" kern="1200" dirty="0">
                <a:solidFill>
                  <a:schemeClr val="tx2"/>
                </a:solidFill>
                <a:latin typeface="Arial" panose="020B0604020202020204" pitchFamily="34" charset="0"/>
                <a:cs typeface="Arial" panose="020B0604020202020204" pitchFamily="34" charset="0"/>
              </a:rPr>
              <a:t>4</a:t>
            </a:r>
            <a:r>
              <a:rPr lang="en-US" sz="3600" kern="1200" dirty="0">
                <a:solidFill>
                  <a:schemeClr val="tx2"/>
                </a:solidFill>
                <a:latin typeface="Arial" panose="020B0604020202020204" pitchFamily="34" charset="0"/>
                <a:cs typeface="Arial" panose="020B0604020202020204" pitchFamily="34" charset="0"/>
              </a:rPr>
              <a:t>. </a:t>
            </a:r>
            <a:r>
              <a:rPr lang="en-US" sz="3600" dirty="0">
                <a:solidFill>
                  <a:schemeClr val="tx2"/>
                </a:solidFill>
                <a:latin typeface="Arial" panose="020B0604020202020204" pitchFamily="34" charset="0"/>
                <a:cs typeface="Arial" panose="020B0604020202020204" pitchFamily="34" charset="0"/>
              </a:rPr>
              <a:t>Giao </a:t>
            </a:r>
            <a:r>
              <a:rPr lang="en-US" sz="3600" dirty="0" err="1">
                <a:solidFill>
                  <a:schemeClr val="tx2"/>
                </a:solidFill>
                <a:latin typeface="Arial" panose="020B0604020202020204" pitchFamily="34" charset="0"/>
                <a:cs typeface="Arial" panose="020B0604020202020204" pitchFamily="34" charset="0"/>
              </a:rPr>
              <a:t>diện</a:t>
            </a:r>
            <a:r>
              <a:rPr lang="en-US" sz="3600" dirty="0">
                <a:solidFill>
                  <a:schemeClr val="tx2"/>
                </a:solidFill>
                <a:latin typeface="Arial" panose="020B0604020202020204" pitchFamily="34" charset="0"/>
                <a:cs typeface="Arial" panose="020B0604020202020204" pitchFamily="34" charset="0"/>
              </a:rPr>
              <a:t> </a:t>
            </a:r>
            <a:r>
              <a:rPr lang="en-US" sz="3600" dirty="0" err="1">
                <a:solidFill>
                  <a:schemeClr val="tx2"/>
                </a:solidFill>
                <a:latin typeface="Arial" panose="020B0604020202020204" pitchFamily="34" charset="0"/>
                <a:cs typeface="Arial" panose="020B0604020202020204" pitchFamily="34" charset="0"/>
              </a:rPr>
              <a:t>thống</a:t>
            </a:r>
            <a:r>
              <a:rPr lang="en-US" sz="3600" dirty="0">
                <a:solidFill>
                  <a:schemeClr val="tx2"/>
                </a:solidFill>
                <a:latin typeface="Arial" panose="020B0604020202020204" pitchFamily="34" charset="0"/>
                <a:cs typeface="Arial" panose="020B0604020202020204" pitchFamily="34" charset="0"/>
              </a:rPr>
              <a:t> </a:t>
            </a:r>
            <a:r>
              <a:rPr lang="en-US" sz="3600" dirty="0" err="1">
                <a:solidFill>
                  <a:schemeClr val="tx2"/>
                </a:solidFill>
                <a:latin typeface="Arial" panose="020B0604020202020204" pitchFamily="34" charset="0"/>
                <a:cs typeface="Arial" panose="020B0604020202020204" pitchFamily="34" charset="0"/>
              </a:rPr>
              <a:t>kê</a:t>
            </a:r>
            <a:endParaRPr lang="en-US" sz="3600" kern="1200" dirty="0">
              <a:solidFill>
                <a:schemeClr val="tx2"/>
              </a:solidFill>
              <a:latin typeface="Arial" panose="020B0604020202020204" pitchFamily="34" charset="0"/>
              <a:cs typeface="Arial" panose="020B0604020202020204" pitchFamily="34" charset="0"/>
            </a:endParaRPr>
          </a:p>
        </p:txBody>
      </p:sp>
      <p:grpSp>
        <p:nvGrpSpPr>
          <p:cNvPr id="45" name="Group 44"/>
          <p:cNvGrpSpPr>
            <a:grpSpLocks noGrp="1" noRot="1" noChangeAspect="1" noMove="1" noResize="1" noUngrp="1"/>
          </p:cNvGrpSpPr>
          <p:nvPr/>
        </p:nvGrpSpPr>
        <p:grpSpPr>
          <a:xfrm>
            <a:off x="8289890" y="0"/>
            <a:ext cx="3902110" cy="2382977"/>
            <a:chOff x="6867015" y="-1"/>
            <a:chExt cx="5324985" cy="3251912"/>
          </a:xfrm>
          <a:solidFill>
            <a:schemeClr val="accent5">
              <a:alpha val="10000"/>
            </a:schemeClr>
          </a:solidFill>
        </p:grpSpPr>
        <p:sp>
          <p:nvSpPr>
            <p:cNvPr id="46" name="Freeform: Shape 45"/>
            <p:cNvSpPr/>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Shape 63"/>
            <p:cNvSpPr/>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Shape 64"/>
            <p:cNvSpPr/>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Freeform: Shape 65"/>
            <p:cNvSpPr/>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7" name="Group 66"/>
          <p:cNvGrpSpPr>
            <a:grpSpLocks noGrp="1" noRot="1" noChangeAspect="1" noMove="1" noResize="1" noUngrp="1"/>
          </p:cNvGrpSpPr>
          <p:nvPr/>
        </p:nvGrpSpPr>
        <p:grpSpPr>
          <a:xfrm rot="10800000" flipH="1">
            <a:off x="0" y="4682671"/>
            <a:ext cx="2898948" cy="2175328"/>
            <a:chOff x="-305" y="-1"/>
            <a:chExt cx="3832880" cy="2876136"/>
          </a:xfrm>
        </p:grpSpPr>
        <p:sp>
          <p:nvSpPr>
            <p:cNvPr id="68" name="Freeform: Shape 67"/>
            <p:cNvSpPr/>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Shape 68"/>
            <p:cNvSpPr/>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Shape 69"/>
            <p:cNvSpPr/>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Shape 70"/>
            <p:cNvSpPr/>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itle 1"/>
          <p:cNvSpPr txBox="1"/>
          <p:nvPr/>
        </p:nvSpPr>
        <p:spPr>
          <a:xfrm>
            <a:off x="294492" y="737420"/>
            <a:ext cx="9575294" cy="461460"/>
          </a:xfrm>
          <a:prstGeom prst="rect">
            <a:avLst/>
          </a:prstGeom>
        </p:spPr>
        <p:txBody>
          <a:bodyPr vert="horz" lIns="91440" tIns="45720" rIns="91440" bIns="45720" rtlCol="0" anchor="b">
            <a:normAutofit fontScale="6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3600" dirty="0">
              <a:solidFill>
                <a:schemeClr val="tx2"/>
              </a:solidFill>
            </a:endParaRPr>
          </a:p>
        </p:txBody>
      </p:sp>
      <p:pic>
        <p:nvPicPr>
          <p:cNvPr id="613666633" name="Picture 1"/>
          <p:cNvPicPr>
            <a:picLocks noChangeAspect="1"/>
          </p:cNvPicPr>
          <p:nvPr/>
        </p:nvPicPr>
        <p:blipFill>
          <a:blip r:embed="rId1"/>
          <a:stretch>
            <a:fillRect/>
          </a:stretch>
        </p:blipFill>
        <p:spPr>
          <a:xfrm>
            <a:off x="478790" y="822325"/>
            <a:ext cx="10478770" cy="564197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alpha val="35000"/>
          </a:schemeClr>
        </a:solidFill>
        <a:effectLst/>
      </p:bgPr>
    </p:bg>
    <p:spTree>
      <p:nvGrpSpPr>
        <p:cNvPr id="1" name=""/>
        <p:cNvGrpSpPr/>
        <p:nvPr/>
      </p:nvGrpSpPr>
      <p:grpSpPr>
        <a:xfrm>
          <a:off x="0" y="0"/>
          <a:ext cx="0" cy="0"/>
          <a:chOff x="0" y="0"/>
          <a:chExt cx="0" cy="0"/>
        </a:xfrm>
      </p:grpSpPr>
      <p:sp>
        <p:nvSpPr>
          <p:cNvPr id="20" name="Rectangle 19"/>
          <p:cNvSpPr>
            <a:spLocks noGrp="1" noRot="1" noChangeAspect="1" noMove="1" noResize="1" noEditPoints="1" noAdjustHandles="1" noChangeArrowheads="1" noChangeShapeType="1" noTextEdit="1"/>
          </p:cNvSpPr>
          <p:nvPr/>
        </p:nvSpPr>
        <p:spPr>
          <a:xfrm>
            <a:off x="1524"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2" name="Rectangle 21"/>
          <p:cNvSpPr>
            <a:spLocks noGrp="1" noRot="1" noChangeAspect="1" noMove="1" noResize="1" noEditPoints="1" noAdjustHandles="1" noChangeArrowheads="1" noChangeShapeType="1" noTextEdit="1"/>
          </p:cNvSpPr>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4" name="Rectangle 23"/>
          <p:cNvSpPr>
            <a:spLocks noGrp="1" noRot="1" noChangeAspect="1" noMove="1" noResize="1" noEditPoints="1" noAdjustHandles="1" noChangeArrowheads="1" noChangeShapeType="1" noTextEdit="1"/>
          </p:cNvSpPr>
          <p:nvPr/>
        </p:nvSpPr>
        <p:spPr>
          <a:xfrm>
            <a:off x="1478324" y="709375"/>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a:spLocks noGrp="1" noRot="1" noChangeAspect="1" noMove="1" noResize="1" noEditPoints="1" noAdjustHandles="1" noChangeArrowheads="1" noChangeShapeType="1" noTextEdit="1"/>
          </p:cNvSpPr>
          <p:nvPr/>
        </p:nvSpPr>
        <p:spPr>
          <a:xfrm rot="16200000">
            <a:off x="-543451" y="1248213"/>
            <a:ext cx="5413238" cy="4326335"/>
          </a:xfrm>
          <a:prstGeom prst="rect">
            <a:avLst/>
          </a:prstGeom>
          <a:solidFill>
            <a:schemeClr val="accent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04967" y="675564"/>
            <a:ext cx="3609833" cy="5204085"/>
          </a:xfrm>
        </p:spPr>
        <p:txBody>
          <a:bodyPr>
            <a:normAutofit/>
          </a:bodyPr>
          <a:lstStyle/>
          <a:p>
            <a:r>
              <a:rPr lang="en-US" dirty="0" err="1">
                <a:latin typeface="Arial" panose="020B0604020202020204" pitchFamily="34" charset="0"/>
                <a:cs typeface="Arial" panose="020B0604020202020204" pitchFamily="34" charset="0"/>
              </a:rPr>
              <a:t>Nội</a:t>
            </a:r>
            <a:r>
              <a:rPr lang="en-US" dirty="0">
                <a:latin typeface="Arial" panose="020B0604020202020204" pitchFamily="34" charset="0"/>
                <a:cs typeface="Arial" panose="020B0604020202020204" pitchFamily="34" charset="0"/>
              </a:rPr>
              <a:t> dung</a:t>
            </a:r>
            <a:endParaRPr lang="en-US" dirty="0">
              <a:latin typeface="Arial" panose="020B0604020202020204" pitchFamily="34" charset="0"/>
              <a:cs typeface="Arial" panose="020B0604020202020204" pitchFamily="34" charset="0"/>
            </a:endParaRPr>
          </a:p>
        </p:txBody>
      </p:sp>
      <p:cxnSp>
        <p:nvCxnSpPr>
          <p:cNvPr id="28" name="Straight Connector 27"/>
          <p:cNvCxnSpPr>
            <a:cxnSpLocks noGrp="1" noRot="1" noChangeAspect="1" noMove="1" noResize="1" noEditPoints="1" noAdjustHandles="1" noChangeArrowheads="1" noChangeShapeType="1"/>
          </p:cNvCxnSpPr>
          <p:nvPr/>
        </p:nvCxnSpPr>
        <p:spPr>
          <a:xfrm flipV="1">
            <a:off x="11365990"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a:cxnSpLocks noGrp="1" noRot="1" noChangeAspect="1" noMove="1" noResize="1" noEditPoints="1" noAdjustHandles="1" noChangeArrowheads="1" noChangeShapeType="1"/>
          </p:cNvCxnSpPr>
          <p:nvPr/>
        </p:nvCxnSpPr>
        <p:spPr>
          <a:xfrm>
            <a:off x="0" y="6118001"/>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4804136" y="2889125"/>
            <a:ext cx="5586938" cy="722215"/>
            <a:chOff x="349376" y="47167"/>
            <a:chExt cx="5586938" cy="722215"/>
          </a:xfrm>
        </p:grpSpPr>
        <p:sp>
          <p:nvSpPr>
            <p:cNvPr id="4" name="Rectangle 3"/>
            <p:cNvSpPr/>
            <p:nvPr/>
          </p:nvSpPr>
          <p:spPr>
            <a:xfrm>
              <a:off x="349376" y="47167"/>
              <a:ext cx="5586938" cy="722215"/>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5" name="TextBox 4"/>
            <p:cNvSpPr txBox="1"/>
            <p:nvPr/>
          </p:nvSpPr>
          <p:spPr>
            <a:xfrm>
              <a:off x="349376" y="47167"/>
              <a:ext cx="5586938" cy="7222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73259" tIns="93980" rIns="93980" bIns="93980" numCol="1" spcCol="1270" anchor="ctr" anchorCtr="0">
              <a:noAutofit/>
            </a:bodyPr>
            <a:lstStyle/>
            <a:p>
              <a:pPr marL="0" lvl="0" indent="0" algn="l" defTabSz="1644650">
                <a:lnSpc>
                  <a:spcPct val="90000"/>
                </a:lnSpc>
                <a:spcBef>
                  <a:spcPct val="0"/>
                </a:spcBef>
                <a:spcAft>
                  <a:spcPct val="35000"/>
                </a:spcAft>
                <a:buNone/>
              </a:pPr>
              <a:r>
                <a:rPr lang="en-US" sz="3700" kern="1200" dirty="0">
                  <a:latin typeface="Arial" panose="020B0604020202020204" pitchFamily="34" charset="0"/>
                  <a:cs typeface="Arial" panose="020B0604020202020204" pitchFamily="34" charset="0"/>
                </a:rPr>
                <a:t> </a:t>
              </a:r>
              <a:r>
                <a:rPr lang="en-US" sz="3700" kern="1200" dirty="0" err="1">
                  <a:latin typeface="Arial" panose="020B0604020202020204" pitchFamily="34" charset="0"/>
                  <a:cs typeface="Arial" panose="020B0604020202020204" pitchFamily="34" charset="0"/>
                </a:rPr>
                <a:t>Kiểm</a:t>
              </a:r>
              <a:r>
                <a:rPr lang="en-US" sz="3700" kern="1200" dirty="0">
                  <a:latin typeface="Arial" panose="020B0604020202020204" pitchFamily="34" charset="0"/>
                  <a:cs typeface="Arial" panose="020B0604020202020204" pitchFamily="34" charset="0"/>
                </a:rPr>
                <a:t> </a:t>
              </a:r>
              <a:r>
                <a:rPr lang="en-US" sz="3700" kern="1200" dirty="0" err="1">
                  <a:latin typeface="Arial" panose="020B0604020202020204" pitchFamily="34" charset="0"/>
                  <a:cs typeface="Arial" panose="020B0604020202020204" pitchFamily="34" charset="0"/>
                </a:rPr>
                <a:t>thử</a:t>
              </a:r>
              <a:endParaRPr lang="en-US" sz="3700" kern="1200" dirty="0">
                <a:latin typeface="Arial" panose="020B0604020202020204" pitchFamily="34" charset="0"/>
                <a:cs typeface="Arial" panose="020B0604020202020204" pitchFamily="34" charset="0"/>
              </a:endParaRPr>
            </a:p>
          </p:txBody>
        </p:sp>
      </p:grpSp>
      <p:sp>
        <p:nvSpPr>
          <p:cNvPr id="6" name="Oval 5"/>
          <p:cNvSpPr/>
          <p:nvPr/>
        </p:nvSpPr>
        <p:spPr>
          <a:xfrm>
            <a:off x="4424280" y="2889125"/>
            <a:ext cx="902769" cy="902769"/>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endParaRPr lang="en-US" dirty="0">
              <a:ln w="0"/>
              <a:solidFill>
                <a:schemeClr val="accent1"/>
              </a:solidFill>
              <a:effectLst>
                <a:outerShdw blurRad="38100" dist="25400" dir="5400000" algn="ctr" rotWithShape="0">
                  <a:srgbClr val="6E747A">
                    <a:alpha val="43000"/>
                  </a:srgbClr>
                </a:outerShdw>
              </a:effectLst>
            </a:endParaRPr>
          </a:p>
          <a:p>
            <a:endParaRPr lang="en-US" dirty="0"/>
          </a:p>
        </p:txBody>
      </p:sp>
      <p:sp>
        <p:nvSpPr>
          <p:cNvPr id="7" name="Rectangle 6"/>
          <p:cNvSpPr/>
          <p:nvPr/>
        </p:nvSpPr>
        <p:spPr>
          <a:xfrm>
            <a:off x="4611029" y="2862693"/>
            <a:ext cx="569388" cy="923330"/>
          </a:xfrm>
          <a:prstGeom prst="rect">
            <a:avLst/>
          </a:prstGeom>
          <a:noFill/>
        </p:spPr>
        <p:txBody>
          <a:bodyPr wrap="none" lIns="91440" tIns="45720" rIns="91440" bIns="45720">
            <a:spAutoFit/>
          </a:bodyPr>
          <a:lstStyle/>
          <a:p>
            <a:pPr algn="ctr"/>
            <a:r>
              <a:rPr lang="en-US" sz="540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4</a:t>
            </a:r>
            <a:endParaRPr lang="en-US" sz="5400" b="0"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2" name="Rectangle 61"/>
          <p:cNvSpPr>
            <a:spLocks noGrp="1" noRot="1" noChangeAspect="1" noMove="1" noResize="1" noEditPoints="1" noAdjustHandles="1" noChangeArrowheads="1" noChangeShapeType="1" noTextEdit="1"/>
          </p:cNvSpPr>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p:cNvSpPr>
            <a:spLocks noGrp="1" noRot="1" noChangeAspect="1" noMove="1" noResize="1" noEditPoints="1" noAdjustHandles="1" noChangeArrowheads="1" noChangeShapeType="1" noTextEdit="1"/>
          </p:cNvSpPr>
          <p:nvPr/>
        </p:nvSpPr>
        <p:spPr>
          <a:xfrm>
            <a:off x="-90500" y="-516255"/>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p:cNvSpPr>
            <a:spLocks noGrp="1"/>
          </p:cNvSpPr>
          <p:nvPr>
            <p:ph type="title"/>
          </p:nvPr>
        </p:nvSpPr>
        <p:spPr>
          <a:xfrm>
            <a:off x="216310" y="-16810"/>
            <a:ext cx="9617238" cy="754230"/>
          </a:xfrm>
        </p:spPr>
        <p:txBody>
          <a:bodyPr vert="horz" lIns="91440" tIns="45720" rIns="91440" bIns="45720" rtlCol="0" anchor="b">
            <a:normAutofit/>
          </a:bodyPr>
          <a:lstStyle/>
          <a:p>
            <a:r>
              <a:rPr lang="en-US" sz="3600" dirty="0">
                <a:solidFill>
                  <a:schemeClr val="tx2"/>
                </a:solidFill>
                <a:latin typeface="Arial" panose="020B0604020202020204" pitchFamily="34" charset="0"/>
                <a:cs typeface="Arial" panose="020B0604020202020204" pitchFamily="34" charset="0"/>
              </a:rPr>
              <a:t>4.Kiểm </a:t>
            </a:r>
            <a:r>
              <a:rPr lang="en-US" sz="3600" dirty="0" err="1">
                <a:solidFill>
                  <a:schemeClr val="tx2"/>
                </a:solidFill>
                <a:latin typeface="Arial" panose="020B0604020202020204" pitchFamily="34" charset="0"/>
                <a:cs typeface="Arial" panose="020B0604020202020204" pitchFamily="34" charset="0"/>
              </a:rPr>
              <a:t>thử</a:t>
            </a:r>
            <a:endParaRPr lang="en-US" sz="3600" kern="1200" dirty="0">
              <a:solidFill>
                <a:schemeClr val="tx2"/>
              </a:solidFill>
              <a:latin typeface="Arial" panose="020B0604020202020204" pitchFamily="34" charset="0"/>
              <a:cs typeface="Arial" panose="020B0604020202020204" pitchFamily="34" charset="0"/>
            </a:endParaRPr>
          </a:p>
        </p:txBody>
      </p:sp>
      <p:grpSp>
        <p:nvGrpSpPr>
          <p:cNvPr id="45" name="Group 44"/>
          <p:cNvGrpSpPr>
            <a:grpSpLocks noGrp="1" noRot="1" noChangeAspect="1" noMove="1" noResize="1" noUngrp="1"/>
          </p:cNvGrpSpPr>
          <p:nvPr/>
        </p:nvGrpSpPr>
        <p:grpSpPr>
          <a:xfrm>
            <a:off x="8289890" y="0"/>
            <a:ext cx="3902110" cy="2382977"/>
            <a:chOff x="6867015" y="-1"/>
            <a:chExt cx="5324985" cy="3251912"/>
          </a:xfrm>
          <a:solidFill>
            <a:schemeClr val="accent5">
              <a:alpha val="10000"/>
            </a:schemeClr>
          </a:solidFill>
        </p:grpSpPr>
        <p:sp>
          <p:nvSpPr>
            <p:cNvPr id="46" name="Freeform: Shape 45"/>
            <p:cNvSpPr/>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Shape 63"/>
            <p:cNvSpPr/>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Shape 64"/>
            <p:cNvSpPr/>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Freeform: Shape 65"/>
            <p:cNvSpPr/>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7" name="Group 66"/>
          <p:cNvGrpSpPr>
            <a:grpSpLocks noGrp="1" noRot="1" noChangeAspect="1" noMove="1" noResize="1" noUngrp="1"/>
          </p:cNvGrpSpPr>
          <p:nvPr/>
        </p:nvGrpSpPr>
        <p:grpSpPr>
          <a:xfrm rot="10800000" flipH="1">
            <a:off x="0" y="4682671"/>
            <a:ext cx="2898948" cy="2175328"/>
            <a:chOff x="-305" y="-1"/>
            <a:chExt cx="3832880" cy="2876136"/>
          </a:xfrm>
        </p:grpSpPr>
        <p:sp>
          <p:nvSpPr>
            <p:cNvPr id="68" name="Freeform: Shape 67"/>
            <p:cNvSpPr/>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Shape 68"/>
            <p:cNvSpPr/>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Shape 69"/>
            <p:cNvSpPr/>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Shape 70"/>
            <p:cNvSpPr/>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itle 1"/>
          <p:cNvSpPr txBox="1"/>
          <p:nvPr/>
        </p:nvSpPr>
        <p:spPr>
          <a:xfrm>
            <a:off x="294492" y="737420"/>
            <a:ext cx="9575294" cy="461460"/>
          </a:xfrm>
          <a:prstGeom prst="rect">
            <a:avLst/>
          </a:prstGeom>
        </p:spPr>
        <p:txBody>
          <a:bodyPr vert="horz" lIns="91440" tIns="45720" rIns="91440" bIns="45720" rtlCol="0" anchor="b">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3600" dirty="0">
              <a:solidFill>
                <a:schemeClr val="tx2"/>
              </a:solidFill>
            </a:endParaRPr>
          </a:p>
        </p:txBody>
      </p:sp>
      <p:pic>
        <p:nvPicPr>
          <p:cNvPr id="3" name="Picture 2"/>
          <p:cNvPicPr>
            <a:picLocks noChangeAspect="1"/>
          </p:cNvPicPr>
          <p:nvPr/>
        </p:nvPicPr>
        <p:blipFill>
          <a:blip r:embed="rId1"/>
          <a:stretch>
            <a:fillRect/>
          </a:stretch>
        </p:blipFill>
        <p:spPr>
          <a:xfrm>
            <a:off x="612140" y="885825"/>
            <a:ext cx="10499725" cy="512064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alpha val="35000"/>
          </a:schemeClr>
        </a:solidFill>
        <a:effectLst/>
      </p:bgPr>
    </p:bg>
    <p:spTree>
      <p:nvGrpSpPr>
        <p:cNvPr id="1" name=""/>
        <p:cNvGrpSpPr/>
        <p:nvPr/>
      </p:nvGrpSpPr>
      <p:grpSpPr>
        <a:xfrm>
          <a:off x="0" y="0"/>
          <a:ext cx="0" cy="0"/>
          <a:chOff x="0" y="0"/>
          <a:chExt cx="0" cy="0"/>
        </a:xfrm>
      </p:grpSpPr>
      <p:sp>
        <p:nvSpPr>
          <p:cNvPr id="20" name="Rectangle 19"/>
          <p:cNvSpPr>
            <a:spLocks noGrp="1" noRot="1" noChangeAspect="1" noMove="1" noResize="1" noEditPoints="1" noAdjustHandles="1" noChangeArrowheads="1" noChangeShapeType="1" noTextEdit="1"/>
          </p:cNvSpPr>
          <p:nvPr/>
        </p:nvSpPr>
        <p:spPr>
          <a:xfrm>
            <a:off x="1524"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2" name="Rectangle 21"/>
          <p:cNvSpPr>
            <a:spLocks noGrp="1" noRot="1" noChangeAspect="1" noMove="1" noResize="1" noEditPoints="1" noAdjustHandles="1" noChangeArrowheads="1" noChangeShapeType="1" noTextEdit="1"/>
          </p:cNvSpPr>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4" name="Rectangle 23"/>
          <p:cNvSpPr>
            <a:spLocks noGrp="1" noRot="1" noChangeAspect="1" noMove="1" noResize="1" noEditPoints="1" noAdjustHandles="1" noChangeArrowheads="1" noChangeShapeType="1" noTextEdit="1"/>
          </p:cNvSpPr>
          <p:nvPr/>
        </p:nvSpPr>
        <p:spPr>
          <a:xfrm>
            <a:off x="1478324" y="709375"/>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a:spLocks noGrp="1" noRot="1" noChangeAspect="1" noMove="1" noResize="1" noEditPoints="1" noAdjustHandles="1" noChangeArrowheads="1" noChangeShapeType="1" noTextEdit="1"/>
          </p:cNvSpPr>
          <p:nvPr/>
        </p:nvSpPr>
        <p:spPr>
          <a:xfrm rot="16200000">
            <a:off x="-543451" y="1248213"/>
            <a:ext cx="5413238" cy="4326335"/>
          </a:xfrm>
          <a:prstGeom prst="rect">
            <a:avLst/>
          </a:prstGeom>
          <a:solidFill>
            <a:schemeClr val="accent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04967" y="675564"/>
            <a:ext cx="3609833" cy="5204085"/>
          </a:xfrm>
        </p:spPr>
        <p:txBody>
          <a:bodyPr>
            <a:normAutofit/>
          </a:bodyPr>
          <a:lstStyle/>
          <a:p>
            <a:r>
              <a:rPr lang="en-US" dirty="0" err="1">
                <a:latin typeface="Arial" panose="020B0604020202020204" pitchFamily="34" charset="0"/>
                <a:cs typeface="Arial" panose="020B0604020202020204" pitchFamily="34" charset="0"/>
              </a:rPr>
              <a:t>Nội</a:t>
            </a:r>
            <a:r>
              <a:rPr lang="en-US" dirty="0">
                <a:latin typeface="Arial" panose="020B0604020202020204" pitchFamily="34" charset="0"/>
                <a:cs typeface="Arial" panose="020B0604020202020204" pitchFamily="34" charset="0"/>
              </a:rPr>
              <a:t> dung</a:t>
            </a:r>
            <a:endParaRPr lang="en-US" dirty="0">
              <a:latin typeface="Arial" panose="020B0604020202020204" pitchFamily="34" charset="0"/>
              <a:cs typeface="Arial" panose="020B0604020202020204" pitchFamily="34" charset="0"/>
            </a:endParaRPr>
          </a:p>
        </p:txBody>
      </p:sp>
      <p:cxnSp>
        <p:nvCxnSpPr>
          <p:cNvPr id="28" name="Straight Connector 27"/>
          <p:cNvCxnSpPr>
            <a:cxnSpLocks noGrp="1" noRot="1" noChangeAspect="1" noMove="1" noResize="1" noEditPoints="1" noAdjustHandles="1" noChangeArrowheads="1" noChangeShapeType="1"/>
          </p:cNvCxnSpPr>
          <p:nvPr/>
        </p:nvCxnSpPr>
        <p:spPr>
          <a:xfrm flipV="1">
            <a:off x="11365990"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a:cxnSpLocks noGrp="1" noRot="1" noChangeAspect="1" noMove="1" noResize="1" noEditPoints="1" noAdjustHandles="1" noChangeArrowheads="1" noChangeShapeType="1"/>
          </p:cNvCxnSpPr>
          <p:nvPr/>
        </p:nvCxnSpPr>
        <p:spPr>
          <a:xfrm>
            <a:off x="0" y="6118001"/>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4773656" y="2936292"/>
            <a:ext cx="5586938" cy="722215"/>
            <a:chOff x="349376" y="47167"/>
            <a:chExt cx="5586938" cy="722215"/>
          </a:xfrm>
        </p:grpSpPr>
        <p:sp>
          <p:nvSpPr>
            <p:cNvPr id="4" name="Rectangle 3"/>
            <p:cNvSpPr/>
            <p:nvPr/>
          </p:nvSpPr>
          <p:spPr>
            <a:xfrm>
              <a:off x="349376" y="47167"/>
              <a:ext cx="5586938" cy="722215"/>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5" name="TextBox 4"/>
            <p:cNvSpPr txBox="1"/>
            <p:nvPr/>
          </p:nvSpPr>
          <p:spPr>
            <a:xfrm>
              <a:off x="349376" y="47167"/>
              <a:ext cx="5586938" cy="7222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73259" tIns="93980" rIns="93980" bIns="93980" numCol="1" spcCol="1270" anchor="ctr" anchorCtr="0">
              <a:noAutofit/>
            </a:bodyPr>
            <a:lstStyle/>
            <a:p>
              <a:pPr marL="0" lvl="0" indent="0" algn="l" defTabSz="1644650">
                <a:lnSpc>
                  <a:spcPct val="90000"/>
                </a:lnSpc>
                <a:spcBef>
                  <a:spcPct val="0"/>
                </a:spcBef>
                <a:spcAft>
                  <a:spcPct val="35000"/>
                </a:spcAft>
                <a:buNone/>
              </a:pPr>
              <a:r>
                <a:rPr lang="en-US" sz="3700" kern="1200" dirty="0">
                  <a:latin typeface="Arial" panose="020B0604020202020204" pitchFamily="34" charset="0"/>
                  <a:cs typeface="Arial" panose="020B0604020202020204" pitchFamily="34" charset="0"/>
                </a:rPr>
                <a:t> </a:t>
              </a:r>
              <a:r>
                <a:rPr lang="en-US" sz="3700" kern="1200" dirty="0" err="1">
                  <a:latin typeface="Arial" panose="020B0604020202020204" pitchFamily="34" charset="0"/>
                  <a:cs typeface="Arial" panose="020B0604020202020204" pitchFamily="34" charset="0"/>
                </a:rPr>
                <a:t>Kết</a:t>
              </a:r>
              <a:r>
                <a:rPr lang="en-US" sz="3700" kern="1200" dirty="0">
                  <a:latin typeface="Arial" panose="020B0604020202020204" pitchFamily="34" charset="0"/>
                  <a:cs typeface="Arial" panose="020B0604020202020204" pitchFamily="34" charset="0"/>
                </a:rPr>
                <a:t> </a:t>
              </a:r>
              <a:r>
                <a:rPr lang="en-US" sz="3700" kern="1200" dirty="0" err="1">
                  <a:latin typeface="Arial" panose="020B0604020202020204" pitchFamily="34" charset="0"/>
                  <a:cs typeface="Arial" panose="020B0604020202020204" pitchFamily="34" charset="0"/>
                </a:rPr>
                <a:t>luận</a:t>
              </a:r>
              <a:endParaRPr lang="en-US" sz="3700" kern="1200" dirty="0">
                <a:latin typeface="Arial" panose="020B0604020202020204" pitchFamily="34" charset="0"/>
                <a:cs typeface="Arial" panose="020B0604020202020204" pitchFamily="34" charset="0"/>
              </a:endParaRPr>
            </a:p>
          </p:txBody>
        </p:sp>
      </p:grpSp>
      <p:sp>
        <p:nvSpPr>
          <p:cNvPr id="6" name="Oval 5"/>
          <p:cNvSpPr/>
          <p:nvPr/>
        </p:nvSpPr>
        <p:spPr>
          <a:xfrm>
            <a:off x="4424280" y="2889125"/>
            <a:ext cx="902769" cy="902769"/>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endParaRPr lang="en-US" dirty="0">
              <a:ln w="0"/>
              <a:solidFill>
                <a:schemeClr val="accent1"/>
              </a:solidFill>
              <a:effectLst>
                <a:outerShdw blurRad="38100" dist="25400" dir="5400000" algn="ctr" rotWithShape="0">
                  <a:srgbClr val="6E747A">
                    <a:alpha val="43000"/>
                  </a:srgbClr>
                </a:outerShdw>
              </a:effectLst>
            </a:endParaRPr>
          </a:p>
          <a:p>
            <a:endParaRPr lang="en-US" dirty="0"/>
          </a:p>
        </p:txBody>
      </p:sp>
      <p:sp>
        <p:nvSpPr>
          <p:cNvPr id="7" name="Rectangle 6"/>
          <p:cNvSpPr/>
          <p:nvPr/>
        </p:nvSpPr>
        <p:spPr>
          <a:xfrm>
            <a:off x="4611030" y="2862693"/>
            <a:ext cx="569388" cy="923330"/>
          </a:xfrm>
          <a:prstGeom prst="rect">
            <a:avLst/>
          </a:prstGeom>
          <a:noFill/>
        </p:spPr>
        <p:txBody>
          <a:bodyPr wrap="none" lIns="91440" tIns="45720" rIns="91440" bIns="45720">
            <a:spAutoFit/>
          </a:bodyPr>
          <a:lstStyle/>
          <a:p>
            <a:pPr algn="ctr"/>
            <a:r>
              <a:rPr lang="en-US" sz="5400" b="0"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5</a:t>
            </a:r>
            <a:endParaRPr lang="en-US" sz="5400" b="0"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2" name="Rectangle 61"/>
          <p:cNvSpPr>
            <a:spLocks noGrp="1" noRot="1" noChangeAspect="1" noMove="1" noResize="1" noEditPoints="1" noAdjustHandles="1" noChangeArrowheads="1" noChangeShapeType="1" noTextEdit="1"/>
          </p:cNvSpPr>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p:cNvSpPr>
            <a:spLocks noGrp="1" noRot="1" noChangeAspect="1" noMove="1" noResize="1" noEditPoints="1" noAdjustHandles="1" noChangeArrowheads="1" noChangeShapeType="1" noTextEdit="1"/>
          </p:cNvSpPr>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p:cNvSpPr>
            <a:spLocks noGrp="1"/>
          </p:cNvSpPr>
          <p:nvPr>
            <p:ph type="title"/>
          </p:nvPr>
        </p:nvSpPr>
        <p:spPr>
          <a:xfrm>
            <a:off x="216310" y="-16810"/>
            <a:ext cx="9617238" cy="754230"/>
          </a:xfrm>
        </p:spPr>
        <p:txBody>
          <a:bodyPr vert="horz" lIns="91440" tIns="45720" rIns="91440" bIns="45720" rtlCol="0" anchor="b">
            <a:normAutofit/>
          </a:bodyPr>
          <a:lstStyle/>
          <a:p>
            <a:r>
              <a:rPr lang="en-US" sz="3600" dirty="0">
                <a:solidFill>
                  <a:schemeClr val="tx2"/>
                </a:solidFill>
                <a:latin typeface="Arial" panose="020B0604020202020204" pitchFamily="34" charset="0"/>
                <a:cs typeface="Arial" panose="020B0604020202020204" pitchFamily="34" charset="0"/>
              </a:rPr>
              <a:t>5</a:t>
            </a:r>
            <a:r>
              <a:rPr lang="en-US" sz="3600" kern="1200" dirty="0">
                <a:solidFill>
                  <a:schemeClr val="tx2"/>
                </a:solidFill>
                <a:latin typeface="Arial" panose="020B0604020202020204" pitchFamily="34" charset="0"/>
                <a:cs typeface="Arial" panose="020B0604020202020204" pitchFamily="34" charset="0"/>
              </a:rPr>
              <a:t>.1. </a:t>
            </a:r>
            <a:r>
              <a:rPr lang="en-US" sz="3600" dirty="0" err="1">
                <a:solidFill>
                  <a:schemeClr val="tx2"/>
                </a:solidFill>
                <a:latin typeface="Arial" panose="020B0604020202020204" pitchFamily="34" charset="0"/>
                <a:cs typeface="Arial" panose="020B0604020202020204" pitchFamily="34" charset="0"/>
              </a:rPr>
              <a:t>Những</a:t>
            </a:r>
            <a:r>
              <a:rPr lang="en-US" sz="3600" dirty="0">
                <a:solidFill>
                  <a:schemeClr val="tx2"/>
                </a:solidFill>
                <a:latin typeface="Arial" panose="020B0604020202020204" pitchFamily="34" charset="0"/>
                <a:cs typeface="Arial" panose="020B0604020202020204" pitchFamily="34" charset="0"/>
              </a:rPr>
              <a:t> </a:t>
            </a:r>
            <a:r>
              <a:rPr lang="en-US" sz="3600" dirty="0" err="1">
                <a:solidFill>
                  <a:schemeClr val="tx2"/>
                </a:solidFill>
                <a:latin typeface="Arial" panose="020B0604020202020204" pitchFamily="34" charset="0"/>
                <a:cs typeface="Arial" panose="020B0604020202020204" pitchFamily="34" charset="0"/>
              </a:rPr>
              <a:t>điều</a:t>
            </a:r>
            <a:r>
              <a:rPr lang="en-US" sz="3600" dirty="0">
                <a:solidFill>
                  <a:schemeClr val="tx2"/>
                </a:solidFill>
                <a:latin typeface="Arial" panose="020B0604020202020204" pitchFamily="34" charset="0"/>
                <a:cs typeface="Arial" panose="020B0604020202020204" pitchFamily="34" charset="0"/>
              </a:rPr>
              <a:t> </a:t>
            </a:r>
            <a:r>
              <a:rPr lang="en-US" sz="3600" dirty="0" err="1">
                <a:solidFill>
                  <a:schemeClr val="tx2"/>
                </a:solidFill>
                <a:latin typeface="Arial" panose="020B0604020202020204" pitchFamily="34" charset="0"/>
                <a:cs typeface="Arial" panose="020B0604020202020204" pitchFamily="34" charset="0"/>
              </a:rPr>
              <a:t>đạt</a:t>
            </a:r>
            <a:r>
              <a:rPr lang="en-US" sz="3600" dirty="0">
                <a:solidFill>
                  <a:schemeClr val="tx2"/>
                </a:solidFill>
                <a:latin typeface="Arial" panose="020B0604020202020204" pitchFamily="34" charset="0"/>
                <a:cs typeface="Arial" panose="020B0604020202020204" pitchFamily="34" charset="0"/>
              </a:rPr>
              <a:t> </a:t>
            </a:r>
            <a:r>
              <a:rPr lang="en-US" sz="3600" dirty="0" err="1">
                <a:solidFill>
                  <a:schemeClr val="tx2"/>
                </a:solidFill>
                <a:latin typeface="Arial" panose="020B0604020202020204" pitchFamily="34" charset="0"/>
                <a:cs typeface="Arial" panose="020B0604020202020204" pitchFamily="34" charset="0"/>
              </a:rPr>
              <a:t>được</a:t>
            </a:r>
            <a:endParaRPr lang="en-US" sz="3600" kern="1200" dirty="0">
              <a:solidFill>
                <a:schemeClr val="tx2"/>
              </a:solidFill>
              <a:latin typeface="Arial" panose="020B0604020202020204" pitchFamily="34" charset="0"/>
              <a:cs typeface="Arial" panose="020B0604020202020204" pitchFamily="34" charset="0"/>
            </a:endParaRPr>
          </a:p>
        </p:txBody>
      </p:sp>
      <p:grpSp>
        <p:nvGrpSpPr>
          <p:cNvPr id="45" name="Group 44"/>
          <p:cNvGrpSpPr>
            <a:grpSpLocks noGrp="1" noRot="1" noChangeAspect="1" noMove="1" noResize="1" noUngrp="1"/>
          </p:cNvGrpSpPr>
          <p:nvPr/>
        </p:nvGrpSpPr>
        <p:grpSpPr>
          <a:xfrm>
            <a:off x="8289890" y="0"/>
            <a:ext cx="3902110" cy="2382977"/>
            <a:chOff x="6867015" y="-1"/>
            <a:chExt cx="5324985" cy="3251912"/>
          </a:xfrm>
          <a:solidFill>
            <a:schemeClr val="accent5">
              <a:alpha val="10000"/>
            </a:schemeClr>
          </a:solidFill>
        </p:grpSpPr>
        <p:sp>
          <p:nvSpPr>
            <p:cNvPr id="46" name="Freeform: Shape 45"/>
            <p:cNvSpPr/>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Shape 63"/>
            <p:cNvSpPr/>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Shape 64"/>
            <p:cNvSpPr/>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Freeform: Shape 65"/>
            <p:cNvSpPr/>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7" name="Group 66"/>
          <p:cNvGrpSpPr>
            <a:grpSpLocks noGrp="1" noRot="1" noChangeAspect="1" noMove="1" noResize="1" noUngrp="1"/>
          </p:cNvGrpSpPr>
          <p:nvPr/>
        </p:nvGrpSpPr>
        <p:grpSpPr>
          <a:xfrm rot="10800000" flipH="1">
            <a:off x="0" y="4682671"/>
            <a:ext cx="2898948" cy="2175328"/>
            <a:chOff x="-305" y="-1"/>
            <a:chExt cx="3832880" cy="2876136"/>
          </a:xfrm>
        </p:grpSpPr>
        <p:sp>
          <p:nvSpPr>
            <p:cNvPr id="68" name="Freeform: Shape 67"/>
            <p:cNvSpPr/>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Shape 68"/>
            <p:cNvSpPr/>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Shape 69"/>
            <p:cNvSpPr/>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Shape 70"/>
            <p:cNvSpPr/>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itle 1"/>
          <p:cNvSpPr txBox="1"/>
          <p:nvPr/>
        </p:nvSpPr>
        <p:spPr>
          <a:xfrm>
            <a:off x="294492" y="737420"/>
            <a:ext cx="9575294" cy="461460"/>
          </a:xfrm>
          <a:prstGeom prst="rect">
            <a:avLst/>
          </a:prstGeom>
        </p:spPr>
        <p:txBody>
          <a:bodyPr vert="horz" lIns="91440" tIns="45720" rIns="91440" bIns="45720" rtlCol="0" anchor="b">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3600" dirty="0">
              <a:solidFill>
                <a:schemeClr val="tx2"/>
              </a:solidFill>
            </a:endParaRPr>
          </a:p>
        </p:txBody>
      </p:sp>
      <p:sp>
        <p:nvSpPr>
          <p:cNvPr id="4" name="TextBox 3"/>
          <p:cNvSpPr txBox="1"/>
          <p:nvPr/>
        </p:nvSpPr>
        <p:spPr>
          <a:xfrm>
            <a:off x="294186" y="1042573"/>
            <a:ext cx="6932523" cy="4647426"/>
          </a:xfrm>
          <a:prstGeom prst="rect">
            <a:avLst/>
          </a:prstGeom>
          <a:noFill/>
        </p:spPr>
        <p:txBody>
          <a:bodyPr wrap="square">
            <a:spAutoFit/>
          </a:bodyPr>
          <a:lstStyle/>
          <a:p>
            <a:pPr marL="285750" indent="-285750">
              <a:spcAft>
                <a:spcPts val="1200"/>
              </a:spcAft>
              <a:buFont typeface="Wingdings" panose="05000000000000000000" pitchFamily="2" charset="2"/>
              <a:buChar char="ü"/>
            </a:pPr>
            <a:r>
              <a:rPr lang="en-US" sz="2400" dirty="0" err="1">
                <a:latin typeface="Arial" panose="020B0604020202020204" pitchFamily="34" charset="0"/>
                <a:ea typeface="Roboto Condensed" panose="02000000000000000000" pitchFamily="2" charset="0"/>
                <a:cs typeface="Arial" panose="020B0604020202020204" pitchFamily="34" charset="0"/>
              </a:rPr>
              <a:t>Chức</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năng</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quản</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lý</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đặt</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phòng</a:t>
            </a:r>
            <a:endParaRPr lang="en-US" sz="2400" dirty="0">
              <a:latin typeface="Arial" panose="020B0604020202020204" pitchFamily="34" charset="0"/>
              <a:ea typeface="Roboto Condensed" panose="02000000000000000000" pitchFamily="2" charset="0"/>
              <a:cs typeface="Arial" panose="020B0604020202020204" pitchFamily="34" charset="0"/>
            </a:endParaRPr>
          </a:p>
          <a:p>
            <a:pPr marL="285750" lvl="0" indent="-285750" algn="l" rtl="0">
              <a:spcBef>
                <a:spcPts val="0"/>
              </a:spcBef>
              <a:spcAft>
                <a:spcPts val="1200"/>
              </a:spcAft>
              <a:buFont typeface="Wingdings" panose="05000000000000000000" pitchFamily="2" charset="2"/>
              <a:buChar char="ü"/>
            </a:pPr>
            <a:r>
              <a:rPr lang="en-US" sz="2400" dirty="0" err="1">
                <a:latin typeface="Arial" panose="020B0604020202020204" pitchFamily="34" charset="0"/>
                <a:ea typeface="Roboto Condensed" panose="02000000000000000000" pitchFamily="2" charset="0"/>
                <a:cs typeface="Arial" panose="020B0604020202020204" pitchFamily="34" charset="0"/>
              </a:rPr>
              <a:t>Chức</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năng</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quản</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lý</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phòng</a:t>
            </a:r>
            <a:endParaRPr lang="en-US" sz="2400" dirty="0">
              <a:latin typeface="Arial" panose="020B0604020202020204" pitchFamily="34" charset="0"/>
              <a:ea typeface="Roboto Condensed" panose="02000000000000000000" pitchFamily="2" charset="0"/>
              <a:cs typeface="Arial" panose="020B0604020202020204" pitchFamily="34" charset="0"/>
            </a:endParaRPr>
          </a:p>
          <a:p>
            <a:pPr marL="285750" lvl="0" indent="-285750" algn="l" rtl="0">
              <a:spcBef>
                <a:spcPts val="0"/>
              </a:spcBef>
              <a:spcAft>
                <a:spcPts val="1200"/>
              </a:spcAft>
              <a:buFont typeface="Wingdings" panose="05000000000000000000" pitchFamily="2" charset="2"/>
              <a:buChar char="ü"/>
            </a:pPr>
            <a:r>
              <a:rPr lang="en-US" sz="2400" dirty="0" err="1">
                <a:latin typeface="Arial" panose="020B0604020202020204" pitchFamily="34" charset="0"/>
                <a:ea typeface="Roboto Condensed" panose="02000000000000000000" pitchFamily="2" charset="0"/>
                <a:cs typeface="Arial" panose="020B0604020202020204" pitchFamily="34" charset="0"/>
              </a:rPr>
              <a:t>Chức</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năng</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quản</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lý</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khách</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hàng</a:t>
            </a:r>
            <a:endParaRPr lang="en-US" sz="2400" dirty="0">
              <a:latin typeface="Arial" panose="020B0604020202020204" pitchFamily="34" charset="0"/>
              <a:ea typeface="Roboto Condensed" panose="02000000000000000000" pitchFamily="2" charset="0"/>
              <a:cs typeface="Arial" panose="020B0604020202020204" pitchFamily="34" charset="0"/>
            </a:endParaRPr>
          </a:p>
          <a:p>
            <a:pPr marL="285750" lvl="0" indent="-285750" algn="l" rtl="0">
              <a:spcBef>
                <a:spcPts val="0"/>
              </a:spcBef>
              <a:spcAft>
                <a:spcPts val="1200"/>
              </a:spcAft>
              <a:buFont typeface="Wingdings" panose="05000000000000000000" pitchFamily="2" charset="2"/>
              <a:buChar char="ü"/>
            </a:pPr>
            <a:r>
              <a:rPr lang="en-US" sz="2400" dirty="0" err="1">
                <a:latin typeface="Arial" panose="020B0604020202020204" pitchFamily="34" charset="0"/>
                <a:ea typeface="Roboto Condensed" panose="02000000000000000000" pitchFamily="2" charset="0"/>
                <a:cs typeface="Arial" panose="020B0604020202020204" pitchFamily="34" charset="0"/>
              </a:rPr>
              <a:t>Chức</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năng</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quản</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lý</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nhân</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viên</a:t>
            </a:r>
            <a:endParaRPr lang="en-US" sz="2400" dirty="0">
              <a:latin typeface="Arial" panose="020B0604020202020204" pitchFamily="34" charset="0"/>
              <a:ea typeface="Roboto Condensed" panose="02000000000000000000" pitchFamily="2" charset="0"/>
              <a:cs typeface="Arial" panose="020B0604020202020204" pitchFamily="34" charset="0"/>
            </a:endParaRPr>
          </a:p>
          <a:p>
            <a:pPr marL="285750" indent="-285750">
              <a:spcAft>
                <a:spcPts val="1200"/>
              </a:spcAft>
              <a:buFont typeface="Wingdings" panose="05000000000000000000" pitchFamily="2" charset="2"/>
              <a:buChar char="ü"/>
            </a:pPr>
            <a:r>
              <a:rPr lang="en-US" sz="2400" dirty="0" err="1">
                <a:latin typeface="Arial" panose="020B0604020202020204" pitchFamily="34" charset="0"/>
                <a:ea typeface="Roboto Condensed" panose="02000000000000000000" pitchFamily="2" charset="0"/>
                <a:cs typeface="Arial" panose="020B0604020202020204" pitchFamily="34" charset="0"/>
              </a:rPr>
              <a:t>Chức</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năng</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quản</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lý</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hóa</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đơn</a:t>
            </a:r>
            <a:endParaRPr lang="en-US" sz="2400" dirty="0">
              <a:latin typeface="Arial" panose="020B0604020202020204" pitchFamily="34" charset="0"/>
              <a:ea typeface="Roboto Condensed" panose="02000000000000000000" pitchFamily="2" charset="0"/>
              <a:cs typeface="Arial" panose="020B0604020202020204" pitchFamily="34" charset="0"/>
            </a:endParaRPr>
          </a:p>
          <a:p>
            <a:pPr marL="285750" indent="-285750">
              <a:spcAft>
                <a:spcPts val="1200"/>
              </a:spcAft>
              <a:buFont typeface="Wingdings" panose="05000000000000000000" pitchFamily="2" charset="2"/>
              <a:buChar char="ü"/>
            </a:pPr>
            <a:r>
              <a:rPr lang="en-US" sz="2400" dirty="0" err="1">
                <a:latin typeface="Arial" panose="020B0604020202020204" pitchFamily="34" charset="0"/>
                <a:ea typeface="Roboto Condensed" panose="02000000000000000000" pitchFamily="2" charset="0"/>
                <a:cs typeface="Arial" panose="020B0604020202020204" pitchFamily="34" charset="0"/>
              </a:rPr>
              <a:t>Chức</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năng</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quản</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lý</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dịch</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vụ</a:t>
            </a:r>
            <a:endParaRPr lang="en-US" sz="2400" dirty="0">
              <a:latin typeface="Arial" panose="020B0604020202020204" pitchFamily="34" charset="0"/>
              <a:ea typeface="Roboto Condensed" panose="02000000000000000000" pitchFamily="2" charset="0"/>
              <a:cs typeface="Arial" panose="020B0604020202020204" pitchFamily="34" charset="0"/>
            </a:endParaRPr>
          </a:p>
          <a:p>
            <a:pPr marL="285750" indent="-285750">
              <a:spcAft>
                <a:spcPts val="1200"/>
              </a:spcAft>
              <a:buFont typeface="Wingdings" panose="05000000000000000000" pitchFamily="2" charset="2"/>
              <a:buChar char="ü"/>
            </a:pPr>
            <a:r>
              <a:rPr lang="en-US" sz="2400" dirty="0" err="1">
                <a:latin typeface="Arial" panose="020B0604020202020204" pitchFamily="34" charset="0"/>
                <a:ea typeface="Roboto Condensed" panose="02000000000000000000" pitchFamily="2" charset="0"/>
                <a:cs typeface="Arial" panose="020B0604020202020204" pitchFamily="34" charset="0"/>
              </a:rPr>
              <a:t>Chức</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năng</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quản</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lý</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tài</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khoản</a:t>
            </a:r>
            <a:endParaRPr lang="en-US" sz="2400" dirty="0">
              <a:latin typeface="Arial" panose="020B0604020202020204" pitchFamily="34" charset="0"/>
              <a:ea typeface="Roboto Condensed" panose="02000000000000000000" pitchFamily="2" charset="0"/>
              <a:cs typeface="Arial" panose="020B0604020202020204" pitchFamily="34" charset="0"/>
            </a:endParaRPr>
          </a:p>
          <a:p>
            <a:pPr marL="285750" indent="-285750">
              <a:spcAft>
                <a:spcPts val="1200"/>
              </a:spcAft>
              <a:buFont typeface="Wingdings" panose="05000000000000000000" pitchFamily="2" charset="2"/>
              <a:buChar char="ü"/>
            </a:pPr>
            <a:r>
              <a:rPr lang="en-US" sz="2400" dirty="0" err="1">
                <a:latin typeface="Arial" panose="020B0604020202020204" pitchFamily="34" charset="0"/>
                <a:ea typeface="Roboto Condensed" panose="02000000000000000000" pitchFamily="2" charset="0"/>
                <a:cs typeface="Arial" panose="020B0604020202020204" pitchFamily="34" charset="0"/>
              </a:rPr>
              <a:t>Chức</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năng</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quản</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lý</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ưu</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đãi</a:t>
            </a:r>
            <a:endParaRPr lang="en-US" sz="2400" dirty="0">
              <a:latin typeface="Arial" panose="020B0604020202020204" pitchFamily="34" charset="0"/>
              <a:ea typeface="Roboto Condensed" panose="02000000000000000000" pitchFamily="2" charset="0"/>
              <a:cs typeface="Arial" panose="020B0604020202020204" pitchFamily="34" charset="0"/>
            </a:endParaRPr>
          </a:p>
          <a:p>
            <a:pPr marL="285750" lvl="0" indent="-285750" algn="l" rtl="0">
              <a:spcBef>
                <a:spcPts val="0"/>
              </a:spcBef>
              <a:spcAft>
                <a:spcPts val="1200"/>
              </a:spcAft>
              <a:buFont typeface="Wingdings" panose="05000000000000000000" pitchFamily="2" charset="2"/>
              <a:buChar char="ü"/>
            </a:pPr>
            <a:r>
              <a:rPr lang="en-US" sz="2400" dirty="0" err="1">
                <a:latin typeface="Arial" panose="020B0604020202020204" pitchFamily="34" charset="0"/>
                <a:ea typeface="Roboto Condensed" panose="02000000000000000000" pitchFamily="2" charset="0"/>
                <a:cs typeface="Arial" panose="020B0604020202020204" pitchFamily="34" charset="0"/>
              </a:rPr>
              <a:t>Chức</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năng</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thống</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kê</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và</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báo</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cáo</a:t>
            </a:r>
            <a:endParaRPr lang="en-US" sz="2400" dirty="0">
              <a:latin typeface="Arial" panose="020B0604020202020204" pitchFamily="34" charset="0"/>
              <a:ea typeface="Roboto Condensed" panose="02000000000000000000" pitchFamily="2" charset="0"/>
              <a:cs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2" name="Rectangle 61"/>
          <p:cNvSpPr>
            <a:spLocks noGrp="1" noRot="1" noChangeAspect="1" noMove="1" noResize="1" noEditPoints="1" noAdjustHandles="1" noChangeArrowheads="1" noChangeShapeType="1" noTextEdit="1"/>
          </p:cNvSpPr>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p:cNvSpPr>
            <a:spLocks noGrp="1" noRot="1" noChangeAspect="1" noMove="1" noResize="1" noEditPoints="1" noAdjustHandles="1" noChangeArrowheads="1" noChangeShapeType="1" noTextEdit="1"/>
          </p:cNvSpPr>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p:cNvSpPr>
            <a:spLocks noGrp="1"/>
          </p:cNvSpPr>
          <p:nvPr>
            <p:ph type="title"/>
          </p:nvPr>
        </p:nvSpPr>
        <p:spPr>
          <a:xfrm>
            <a:off x="216310" y="-16810"/>
            <a:ext cx="9617238" cy="754230"/>
          </a:xfrm>
        </p:spPr>
        <p:txBody>
          <a:bodyPr vert="horz" lIns="91440" tIns="45720" rIns="91440" bIns="45720" rtlCol="0" anchor="b">
            <a:normAutofit/>
          </a:bodyPr>
          <a:lstStyle/>
          <a:p>
            <a:r>
              <a:rPr lang="en-US" sz="3600" dirty="0">
                <a:solidFill>
                  <a:schemeClr val="tx2"/>
                </a:solidFill>
                <a:latin typeface="Arial" panose="020B0604020202020204" pitchFamily="34" charset="0"/>
                <a:cs typeface="Arial" panose="020B0604020202020204" pitchFamily="34" charset="0"/>
              </a:rPr>
              <a:t>5</a:t>
            </a:r>
            <a:r>
              <a:rPr lang="en-US" sz="3600" kern="1200" dirty="0">
                <a:solidFill>
                  <a:schemeClr val="tx2"/>
                </a:solidFill>
                <a:latin typeface="Arial" panose="020B0604020202020204" pitchFamily="34" charset="0"/>
                <a:cs typeface="Arial" panose="020B0604020202020204" pitchFamily="34" charset="0"/>
              </a:rPr>
              <a:t>.2. </a:t>
            </a:r>
            <a:r>
              <a:rPr lang="en-US" sz="3600" dirty="0" err="1">
                <a:solidFill>
                  <a:schemeClr val="tx2"/>
                </a:solidFill>
                <a:latin typeface="Arial" panose="020B0604020202020204" pitchFamily="34" charset="0"/>
                <a:cs typeface="Arial" panose="020B0604020202020204" pitchFamily="34" charset="0"/>
              </a:rPr>
              <a:t>Hướng</a:t>
            </a:r>
            <a:r>
              <a:rPr lang="en-US" sz="3600" dirty="0">
                <a:solidFill>
                  <a:schemeClr val="tx2"/>
                </a:solidFill>
                <a:latin typeface="Arial" panose="020B0604020202020204" pitchFamily="34" charset="0"/>
                <a:cs typeface="Arial" panose="020B0604020202020204" pitchFamily="34" charset="0"/>
              </a:rPr>
              <a:t> </a:t>
            </a:r>
            <a:r>
              <a:rPr lang="en-US" sz="3600" dirty="0" err="1">
                <a:solidFill>
                  <a:schemeClr val="tx2"/>
                </a:solidFill>
                <a:latin typeface="Arial" panose="020B0604020202020204" pitchFamily="34" charset="0"/>
                <a:cs typeface="Arial" panose="020B0604020202020204" pitchFamily="34" charset="0"/>
              </a:rPr>
              <a:t>phát</a:t>
            </a:r>
            <a:r>
              <a:rPr lang="en-US" sz="3600" dirty="0">
                <a:solidFill>
                  <a:schemeClr val="tx2"/>
                </a:solidFill>
                <a:latin typeface="Arial" panose="020B0604020202020204" pitchFamily="34" charset="0"/>
                <a:cs typeface="Arial" panose="020B0604020202020204" pitchFamily="34" charset="0"/>
              </a:rPr>
              <a:t> </a:t>
            </a:r>
            <a:r>
              <a:rPr lang="en-US" sz="3600" dirty="0" err="1">
                <a:solidFill>
                  <a:schemeClr val="tx2"/>
                </a:solidFill>
                <a:latin typeface="Arial" panose="020B0604020202020204" pitchFamily="34" charset="0"/>
                <a:cs typeface="Arial" panose="020B0604020202020204" pitchFamily="34" charset="0"/>
              </a:rPr>
              <a:t>triển</a:t>
            </a:r>
            <a:endParaRPr lang="en-US" sz="3600" kern="1200" dirty="0">
              <a:solidFill>
                <a:schemeClr val="tx2"/>
              </a:solidFill>
              <a:latin typeface="Arial" panose="020B0604020202020204" pitchFamily="34" charset="0"/>
              <a:cs typeface="Arial" panose="020B0604020202020204" pitchFamily="34" charset="0"/>
            </a:endParaRPr>
          </a:p>
        </p:txBody>
      </p:sp>
      <p:grpSp>
        <p:nvGrpSpPr>
          <p:cNvPr id="45" name="Group 44"/>
          <p:cNvGrpSpPr>
            <a:grpSpLocks noGrp="1" noRot="1" noChangeAspect="1" noMove="1" noResize="1" noUngrp="1"/>
          </p:cNvGrpSpPr>
          <p:nvPr/>
        </p:nvGrpSpPr>
        <p:grpSpPr>
          <a:xfrm>
            <a:off x="8289890" y="0"/>
            <a:ext cx="3902110" cy="2382977"/>
            <a:chOff x="6867015" y="-1"/>
            <a:chExt cx="5324985" cy="3251912"/>
          </a:xfrm>
          <a:solidFill>
            <a:schemeClr val="accent5">
              <a:alpha val="10000"/>
            </a:schemeClr>
          </a:solidFill>
        </p:grpSpPr>
        <p:sp>
          <p:nvSpPr>
            <p:cNvPr id="46" name="Freeform: Shape 45"/>
            <p:cNvSpPr/>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Shape 63"/>
            <p:cNvSpPr/>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Shape 64"/>
            <p:cNvSpPr/>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Freeform: Shape 65"/>
            <p:cNvSpPr/>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7" name="Group 66"/>
          <p:cNvGrpSpPr>
            <a:grpSpLocks noGrp="1" noRot="1" noChangeAspect="1" noMove="1" noResize="1" noUngrp="1"/>
          </p:cNvGrpSpPr>
          <p:nvPr/>
        </p:nvGrpSpPr>
        <p:grpSpPr>
          <a:xfrm rot="10800000" flipH="1">
            <a:off x="0" y="4682671"/>
            <a:ext cx="2898948" cy="2175328"/>
            <a:chOff x="-305" y="-1"/>
            <a:chExt cx="3832880" cy="2876136"/>
          </a:xfrm>
        </p:grpSpPr>
        <p:sp>
          <p:nvSpPr>
            <p:cNvPr id="68" name="Freeform: Shape 67"/>
            <p:cNvSpPr/>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Shape 68"/>
            <p:cNvSpPr/>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Shape 69"/>
            <p:cNvSpPr/>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Shape 70"/>
            <p:cNvSpPr/>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itle 1"/>
          <p:cNvSpPr txBox="1"/>
          <p:nvPr/>
        </p:nvSpPr>
        <p:spPr>
          <a:xfrm>
            <a:off x="294492" y="737420"/>
            <a:ext cx="9575294" cy="461460"/>
          </a:xfrm>
          <a:prstGeom prst="rect">
            <a:avLst/>
          </a:prstGeom>
        </p:spPr>
        <p:txBody>
          <a:bodyPr vert="horz" lIns="91440" tIns="45720" rIns="91440" bIns="45720" rtlCol="0" anchor="b">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3600" dirty="0">
              <a:solidFill>
                <a:schemeClr val="tx2"/>
              </a:solidFill>
            </a:endParaRPr>
          </a:p>
        </p:txBody>
      </p:sp>
      <p:sp>
        <p:nvSpPr>
          <p:cNvPr id="4" name="TextBox 3"/>
          <p:cNvSpPr txBox="1"/>
          <p:nvPr/>
        </p:nvSpPr>
        <p:spPr>
          <a:xfrm>
            <a:off x="294187" y="888838"/>
            <a:ext cx="7404471" cy="2554545"/>
          </a:xfrm>
          <a:prstGeom prst="rect">
            <a:avLst/>
          </a:prstGeom>
          <a:noFill/>
        </p:spPr>
        <p:txBody>
          <a:bodyPr wrap="square">
            <a:spAutoFit/>
          </a:bodyPr>
          <a:lstStyle/>
          <a:p>
            <a:pPr marL="285750" lvl="0" indent="-285750" algn="l" rtl="0">
              <a:spcBef>
                <a:spcPts val="0"/>
              </a:spcBef>
              <a:spcAft>
                <a:spcPts val="1200"/>
              </a:spcAft>
              <a:buFont typeface="Wingdings" panose="05000000000000000000" pitchFamily="2" charset="2"/>
              <a:buChar char="ü"/>
            </a:pPr>
            <a:r>
              <a:rPr lang="en-US" sz="2400" dirty="0" err="1">
                <a:latin typeface="Arial" panose="020B0604020202020204" pitchFamily="34" charset="0"/>
                <a:ea typeface="Roboto Condensed" panose="02000000000000000000" pitchFamily="2" charset="0"/>
                <a:cs typeface="Arial" panose="020B0604020202020204" pitchFamily="34" charset="0"/>
              </a:rPr>
              <a:t>Cải</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thiện</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giao</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diện</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dễ</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nhìn</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hơn</a:t>
            </a:r>
            <a:endParaRPr lang="en-US" sz="2400" dirty="0">
              <a:latin typeface="Arial" panose="020B0604020202020204" pitchFamily="34" charset="0"/>
              <a:ea typeface="Roboto Condensed" panose="02000000000000000000" pitchFamily="2" charset="0"/>
              <a:cs typeface="Arial" panose="020B0604020202020204" pitchFamily="34" charset="0"/>
            </a:endParaRPr>
          </a:p>
          <a:p>
            <a:pPr marL="285750" lvl="0" indent="-285750" algn="l" rtl="0">
              <a:spcBef>
                <a:spcPts val="0"/>
              </a:spcBef>
              <a:spcAft>
                <a:spcPts val="1200"/>
              </a:spcAft>
              <a:buFont typeface="Wingdings" panose="05000000000000000000" pitchFamily="2" charset="2"/>
              <a:buChar char="ü"/>
            </a:pPr>
            <a:r>
              <a:rPr lang="en-US" sz="2400" dirty="0" err="1">
                <a:latin typeface="Arial" panose="020B0604020202020204" pitchFamily="34" charset="0"/>
                <a:ea typeface="Roboto Condensed" panose="02000000000000000000" pitchFamily="2" charset="0"/>
                <a:cs typeface="Arial" panose="020B0604020202020204" pitchFamily="34" charset="0"/>
              </a:rPr>
              <a:t>Cải</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thiện</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tốc</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độ</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chạy</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chương</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trình</a:t>
            </a:r>
            <a:endParaRPr lang="en-US" sz="2400" dirty="0">
              <a:latin typeface="Arial" panose="020B0604020202020204" pitchFamily="34" charset="0"/>
              <a:ea typeface="Roboto Condensed" panose="02000000000000000000" pitchFamily="2" charset="0"/>
              <a:cs typeface="Arial" panose="020B0604020202020204" pitchFamily="34" charset="0"/>
            </a:endParaRPr>
          </a:p>
          <a:p>
            <a:pPr marL="285750" lvl="0" indent="-285750" algn="l" rtl="0">
              <a:spcBef>
                <a:spcPts val="0"/>
              </a:spcBef>
              <a:spcAft>
                <a:spcPts val="1200"/>
              </a:spcAft>
              <a:buFont typeface="Wingdings" panose="05000000000000000000" pitchFamily="2" charset="2"/>
              <a:buChar char="ü"/>
            </a:pPr>
            <a:r>
              <a:rPr lang="en-US" sz="2400" dirty="0" err="1">
                <a:latin typeface="Arial" panose="020B0604020202020204" pitchFamily="34" charset="0"/>
                <a:ea typeface="Roboto Condensed" panose="02000000000000000000" pitchFamily="2" charset="0"/>
                <a:cs typeface="Arial" panose="020B0604020202020204" pitchFamily="34" charset="0"/>
              </a:rPr>
              <a:t>Thêm</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nhiều</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chức</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năng</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về</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nghiệp</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vụ</a:t>
            </a:r>
            <a:r>
              <a:rPr lang="en-US" sz="2400" dirty="0">
                <a:latin typeface="Arial" panose="020B0604020202020204" pitchFamily="34" charset="0"/>
                <a:ea typeface="Roboto Condensed" panose="02000000000000000000" pitchFamily="2" charset="0"/>
                <a:cs typeface="Arial" panose="020B0604020202020204" pitchFamily="34" charset="0"/>
              </a:rPr>
              <a:t> </a:t>
            </a:r>
            <a:endParaRPr lang="en-US" sz="2400" dirty="0">
              <a:latin typeface="Arial" panose="020B0604020202020204" pitchFamily="34" charset="0"/>
              <a:ea typeface="Roboto Condensed" panose="02000000000000000000" pitchFamily="2" charset="0"/>
              <a:cs typeface="Arial" panose="020B0604020202020204" pitchFamily="34" charset="0"/>
            </a:endParaRPr>
          </a:p>
          <a:p>
            <a:pPr marL="285750" lvl="0" indent="-285750" algn="l" rtl="0">
              <a:spcBef>
                <a:spcPts val="0"/>
              </a:spcBef>
              <a:spcAft>
                <a:spcPts val="1200"/>
              </a:spcAft>
              <a:buFont typeface="Wingdings" panose="05000000000000000000" pitchFamily="2" charset="2"/>
              <a:buChar char="ü"/>
            </a:pPr>
            <a:r>
              <a:rPr lang="en-US" sz="2400" dirty="0" err="1">
                <a:latin typeface="Arial" panose="020B0604020202020204" pitchFamily="34" charset="0"/>
                <a:ea typeface="Roboto Condensed" panose="02000000000000000000" pitchFamily="2" charset="0"/>
                <a:cs typeface="Arial" panose="020B0604020202020204" pitchFamily="34" charset="0"/>
              </a:rPr>
              <a:t>Cải</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thiện</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hệ</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thống</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lưu</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trữ</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lớn</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và</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hiệu</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suất</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cao</a:t>
            </a:r>
            <a:endParaRPr lang="en-US" sz="2400" dirty="0">
              <a:latin typeface="Arial" panose="020B0604020202020204" pitchFamily="34" charset="0"/>
              <a:ea typeface="Roboto Condensed" panose="02000000000000000000" pitchFamily="2" charset="0"/>
              <a:cs typeface="Arial" panose="020B0604020202020204" pitchFamily="34" charset="0"/>
            </a:endParaRPr>
          </a:p>
          <a:p>
            <a:pPr marL="285750" lvl="0" indent="-285750" algn="l" rtl="0">
              <a:spcBef>
                <a:spcPts val="0"/>
              </a:spcBef>
              <a:spcAft>
                <a:spcPts val="1200"/>
              </a:spcAft>
              <a:buFont typeface="Wingdings" panose="05000000000000000000" pitchFamily="2" charset="2"/>
              <a:buChar char="ü"/>
            </a:pPr>
            <a:r>
              <a:rPr lang="en-US" sz="2400" dirty="0" err="1">
                <a:latin typeface="Arial" panose="020B0604020202020204" pitchFamily="34" charset="0"/>
                <a:ea typeface="Roboto Condensed" panose="02000000000000000000" pitchFamily="2" charset="0"/>
                <a:cs typeface="Arial" panose="020B0604020202020204" pitchFamily="34" charset="0"/>
              </a:rPr>
              <a:t>Thêm</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kết</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nối</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với</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cổng</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thanh</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toán</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bên</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ngân</a:t>
            </a:r>
            <a:r>
              <a:rPr lang="en-US" sz="2400" dirty="0">
                <a:latin typeface="Arial" panose="020B0604020202020204" pitchFamily="34" charset="0"/>
                <a:ea typeface="Roboto Condensed" panose="02000000000000000000" pitchFamily="2" charset="0"/>
                <a:cs typeface="Arial" panose="020B0604020202020204" pitchFamily="34" charset="0"/>
              </a:rPr>
              <a:t> </a:t>
            </a:r>
            <a:r>
              <a:rPr lang="en-US" sz="2400" dirty="0" err="1">
                <a:latin typeface="Arial" panose="020B0604020202020204" pitchFamily="34" charset="0"/>
                <a:ea typeface="Roboto Condensed" panose="02000000000000000000" pitchFamily="2" charset="0"/>
                <a:cs typeface="Arial" panose="020B0604020202020204" pitchFamily="34" charset="0"/>
              </a:rPr>
              <a:t>hàng</a:t>
            </a:r>
            <a:endParaRPr lang="en-US" sz="2400" dirty="0">
              <a:latin typeface="Arial" panose="020B0604020202020204" pitchFamily="34" charset="0"/>
              <a:ea typeface="Roboto Condensed" panose="02000000000000000000" pitchFamily="2" charset="0"/>
              <a:cs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7" name="Rectangle 56"/>
          <p:cNvSpPr>
            <a:spLocks noGrp="1" noRot="1" noChangeAspect="1" noMove="1" noResize="1" noEditPoints="1" noAdjustHandles="1" noChangeArrowheads="1" noChangeShapeType="1" noTextEdit="1"/>
          </p:cNvSpPr>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p:cNvSpPr>
            <a:spLocks noGrp="1" noRot="1" noChangeAspect="1" noMove="1" noResize="1" noEditPoints="1" noAdjustHandles="1" noChangeArrowheads="1" noChangeShapeType="1" noTextEdit="1"/>
          </p:cNvSpPr>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p:cNvSpPr>
            <a:spLocks noGrp="1"/>
          </p:cNvSpPr>
          <p:nvPr>
            <p:ph type="title"/>
          </p:nvPr>
        </p:nvSpPr>
        <p:spPr>
          <a:xfrm>
            <a:off x="753925" y="1321056"/>
            <a:ext cx="10684151" cy="1991979"/>
          </a:xfrm>
        </p:spPr>
        <p:txBody>
          <a:bodyPr vert="horz" lIns="91440" tIns="45720" rIns="91440" bIns="45720" rtlCol="0" anchor="b">
            <a:normAutofit/>
          </a:bodyPr>
          <a:lstStyle/>
          <a:p>
            <a:pPr algn="ctr"/>
            <a:r>
              <a:rPr lang="en-US" sz="5200" kern="1200" dirty="0" err="1">
                <a:solidFill>
                  <a:schemeClr val="tx2"/>
                </a:solidFill>
                <a:latin typeface="Arial" panose="020B0604020202020204" pitchFamily="34" charset="0"/>
                <a:cs typeface="Arial" panose="020B0604020202020204" pitchFamily="34" charset="0"/>
              </a:rPr>
              <a:t>Cảm</a:t>
            </a:r>
            <a:r>
              <a:rPr lang="en-US" sz="5200" kern="1200" dirty="0">
                <a:solidFill>
                  <a:schemeClr val="tx2"/>
                </a:solidFill>
                <a:latin typeface="Arial" panose="020B0604020202020204" pitchFamily="34" charset="0"/>
                <a:cs typeface="Arial" panose="020B0604020202020204" pitchFamily="34" charset="0"/>
              </a:rPr>
              <a:t> </a:t>
            </a:r>
            <a:r>
              <a:rPr lang="en-US" sz="5200" kern="1200" dirty="0" err="1">
                <a:solidFill>
                  <a:schemeClr val="tx2"/>
                </a:solidFill>
                <a:latin typeface="Arial" panose="020B0604020202020204" pitchFamily="34" charset="0"/>
                <a:cs typeface="Arial" panose="020B0604020202020204" pitchFamily="34" charset="0"/>
              </a:rPr>
              <a:t>ơn</a:t>
            </a:r>
            <a:r>
              <a:rPr lang="en-US" sz="5200" kern="1200" dirty="0">
                <a:solidFill>
                  <a:schemeClr val="tx2"/>
                </a:solidFill>
                <a:latin typeface="Arial" panose="020B0604020202020204" pitchFamily="34" charset="0"/>
                <a:cs typeface="Arial" panose="020B0604020202020204" pitchFamily="34" charset="0"/>
              </a:rPr>
              <a:t> </a:t>
            </a:r>
            <a:r>
              <a:rPr lang="en-US" sz="5200" kern="1200" dirty="0" err="1">
                <a:solidFill>
                  <a:schemeClr val="tx2"/>
                </a:solidFill>
                <a:latin typeface="Arial" panose="020B0604020202020204" pitchFamily="34" charset="0"/>
                <a:cs typeface="Arial" panose="020B0604020202020204" pitchFamily="34" charset="0"/>
              </a:rPr>
              <a:t>quý</a:t>
            </a:r>
            <a:r>
              <a:rPr lang="en-US" sz="5200" kern="1200" dirty="0">
                <a:solidFill>
                  <a:schemeClr val="tx2"/>
                </a:solidFill>
                <a:latin typeface="Arial" panose="020B0604020202020204" pitchFamily="34" charset="0"/>
                <a:cs typeface="Arial" panose="020B0604020202020204" pitchFamily="34" charset="0"/>
              </a:rPr>
              <a:t> </a:t>
            </a:r>
            <a:r>
              <a:rPr lang="en-US" sz="5200" kern="1200" dirty="0" err="1">
                <a:solidFill>
                  <a:schemeClr val="tx2"/>
                </a:solidFill>
                <a:latin typeface="Arial" panose="020B0604020202020204" pitchFamily="34" charset="0"/>
                <a:cs typeface="Arial" panose="020B0604020202020204" pitchFamily="34" charset="0"/>
              </a:rPr>
              <a:t>thầy</a:t>
            </a:r>
            <a:r>
              <a:rPr lang="en-US" sz="5200" kern="1200" dirty="0">
                <a:solidFill>
                  <a:schemeClr val="tx2"/>
                </a:solidFill>
                <a:latin typeface="Arial" panose="020B0604020202020204" pitchFamily="34" charset="0"/>
                <a:cs typeface="Arial" panose="020B0604020202020204" pitchFamily="34" charset="0"/>
              </a:rPr>
              <a:t> </a:t>
            </a:r>
            <a:r>
              <a:rPr lang="en-US" sz="5200" kern="1200" dirty="0" err="1">
                <a:solidFill>
                  <a:schemeClr val="tx2"/>
                </a:solidFill>
                <a:latin typeface="Arial" panose="020B0604020202020204" pitchFamily="34" charset="0"/>
                <a:cs typeface="Arial" panose="020B0604020202020204" pitchFamily="34" charset="0"/>
              </a:rPr>
              <a:t>cô</a:t>
            </a:r>
            <a:r>
              <a:rPr lang="en-US" sz="5200" kern="1200" dirty="0">
                <a:solidFill>
                  <a:schemeClr val="tx2"/>
                </a:solidFill>
                <a:latin typeface="Arial" panose="020B0604020202020204" pitchFamily="34" charset="0"/>
                <a:cs typeface="Arial" panose="020B0604020202020204" pitchFamily="34" charset="0"/>
              </a:rPr>
              <a:t> </a:t>
            </a:r>
            <a:r>
              <a:rPr lang="en-US" sz="5200" kern="1200" dirty="0" err="1">
                <a:solidFill>
                  <a:schemeClr val="tx2"/>
                </a:solidFill>
                <a:latin typeface="Arial" panose="020B0604020202020204" pitchFamily="34" charset="0"/>
                <a:cs typeface="Arial" panose="020B0604020202020204" pitchFamily="34" charset="0"/>
              </a:rPr>
              <a:t>đã</a:t>
            </a:r>
            <a:r>
              <a:rPr lang="en-US" sz="5200" kern="1200" dirty="0">
                <a:solidFill>
                  <a:schemeClr val="tx2"/>
                </a:solidFill>
                <a:latin typeface="Arial" panose="020B0604020202020204" pitchFamily="34" charset="0"/>
                <a:cs typeface="Arial" panose="020B0604020202020204" pitchFamily="34" charset="0"/>
              </a:rPr>
              <a:t> </a:t>
            </a:r>
            <a:r>
              <a:rPr lang="en-US" sz="5200" kern="1200" dirty="0" err="1">
                <a:solidFill>
                  <a:schemeClr val="tx2"/>
                </a:solidFill>
                <a:latin typeface="Arial" panose="020B0604020202020204" pitchFamily="34" charset="0"/>
                <a:cs typeface="Arial" panose="020B0604020202020204" pitchFamily="34" charset="0"/>
              </a:rPr>
              <a:t>lắng</a:t>
            </a:r>
            <a:r>
              <a:rPr lang="en-US" sz="5200" kern="1200" dirty="0">
                <a:solidFill>
                  <a:schemeClr val="tx2"/>
                </a:solidFill>
                <a:latin typeface="Arial" panose="020B0604020202020204" pitchFamily="34" charset="0"/>
                <a:cs typeface="Arial" panose="020B0604020202020204" pitchFamily="34" charset="0"/>
              </a:rPr>
              <a:t> </a:t>
            </a:r>
            <a:r>
              <a:rPr lang="en-US" sz="5200" kern="1200" dirty="0" err="1">
                <a:solidFill>
                  <a:schemeClr val="tx2"/>
                </a:solidFill>
                <a:latin typeface="Arial" panose="020B0604020202020204" pitchFamily="34" charset="0"/>
                <a:cs typeface="Arial" panose="020B0604020202020204" pitchFamily="34" charset="0"/>
              </a:rPr>
              <a:t>nghe</a:t>
            </a:r>
            <a:endParaRPr lang="en-US" sz="5200" kern="1200" dirty="0">
              <a:solidFill>
                <a:schemeClr val="tx2"/>
              </a:solidFill>
              <a:latin typeface="Arial" panose="020B0604020202020204" pitchFamily="34" charset="0"/>
              <a:cs typeface="Arial" panose="020B0604020202020204" pitchFamily="34" charset="0"/>
            </a:endParaRPr>
          </a:p>
        </p:txBody>
      </p:sp>
      <p:grpSp>
        <p:nvGrpSpPr>
          <p:cNvPr id="59" name="Group 58"/>
          <p:cNvGrpSpPr>
            <a:grpSpLocks noGrp="1" noRot="1" noChangeAspect="1" noMove="1" noResize="1" noUngrp="1"/>
          </p:cNvGrpSpPr>
          <p:nvPr/>
        </p:nvGrpSpPr>
        <p:grpSpPr>
          <a:xfrm>
            <a:off x="7867135" y="0"/>
            <a:ext cx="4324865" cy="2641149"/>
            <a:chOff x="6867015" y="-1"/>
            <a:chExt cx="5324985" cy="3251912"/>
          </a:xfrm>
          <a:solidFill>
            <a:schemeClr val="accent5">
              <a:alpha val="10000"/>
            </a:schemeClr>
          </a:solidFill>
        </p:grpSpPr>
        <p:sp>
          <p:nvSpPr>
            <p:cNvPr id="60" name="Freeform: Shape 59"/>
            <p:cNvSpPr/>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Freeform: Shape 60"/>
            <p:cNvSpPr/>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Freeform: Shape 61"/>
            <p:cNvSpPr/>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Shape 62"/>
            <p:cNvSpPr/>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1" name="Group 50"/>
          <p:cNvGrpSpPr>
            <a:grpSpLocks noGrp="1" noRot="1" noChangeAspect="1" noMove="1" noResize="1" noUngrp="1"/>
          </p:cNvGrpSpPr>
          <p:nvPr/>
        </p:nvGrpSpPr>
        <p:grpSpPr>
          <a:xfrm rot="16200000">
            <a:off x="-456265" y="3658536"/>
            <a:ext cx="3655725" cy="2743201"/>
            <a:chOff x="-305" y="-1"/>
            <a:chExt cx="3832880" cy="2876136"/>
          </a:xfrm>
        </p:grpSpPr>
        <p:sp>
          <p:nvSpPr>
            <p:cNvPr id="64" name="Freeform: Shape 63"/>
            <p:cNvSpPr/>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Shape 64"/>
            <p:cNvSpPr/>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Freeform: Shape 65"/>
            <p:cNvSpPr/>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Freeform: Shape 66"/>
            <p:cNvSpPr/>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4687</Words>
  <Application>WPS Presentation</Application>
  <PresentationFormat>Widescreen</PresentationFormat>
  <Paragraphs>309</Paragraphs>
  <Slides>27</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27</vt:i4>
      </vt:variant>
    </vt:vector>
  </HeadingPairs>
  <TitlesOfParts>
    <vt:vector size="40" baseType="lpstr">
      <vt:lpstr>Arial</vt:lpstr>
      <vt:lpstr>SimSun</vt:lpstr>
      <vt:lpstr>Wingdings</vt:lpstr>
      <vt:lpstr>Aptos</vt:lpstr>
      <vt:lpstr>Segoe UI</vt:lpstr>
      <vt:lpstr>Microsoft YaHei</vt:lpstr>
      <vt:lpstr>Arial Unicode MS</vt:lpstr>
      <vt:lpstr>Aptos Display</vt:lpstr>
      <vt:lpstr>Segoe UI Variable Display</vt:lpstr>
      <vt:lpstr>Calibri</vt:lpstr>
      <vt:lpstr>Roboto Condensed</vt:lpstr>
      <vt:lpstr>Verdana</vt:lpstr>
      <vt:lpstr>Office Theme</vt:lpstr>
      <vt:lpstr>PowerPoint 演示文稿</vt:lpstr>
      <vt:lpstr>Danh sách thành viên</vt:lpstr>
      <vt:lpstr>Nội dung</vt:lpstr>
      <vt:lpstr>Nội dung</vt:lpstr>
      <vt:lpstr>1. Tổng quan</vt:lpstr>
      <vt:lpstr>1. Tổng quan</vt:lpstr>
      <vt:lpstr>Nội dung</vt:lpstr>
      <vt:lpstr>2.1. Yêu cầu chức năng &amp; phi chức năng</vt:lpstr>
      <vt:lpstr>2.1. Yêu cầu chức năng &amp; phi chức năng</vt:lpstr>
      <vt:lpstr>2.2. Sơ đồ usecase</vt:lpstr>
      <vt:lpstr>2.2. Đặc tả usecase đặt phòng</vt:lpstr>
      <vt:lpstr>PowerPoint 演示文稿</vt:lpstr>
      <vt:lpstr>2.4. Sơ đồ lớp</vt:lpstr>
      <vt:lpstr>2.4. Sơ đồ ERD</vt:lpstr>
      <vt:lpstr>2.5. ScreenFlow</vt:lpstr>
      <vt:lpstr>Nội dung</vt:lpstr>
      <vt:lpstr>Nội dung</vt:lpstr>
      <vt:lpstr>3.1.1. Giao diện quản lý sơ đồ phòng</vt:lpstr>
      <vt:lpstr>3.1.2. Giao diện quản lý phòng</vt:lpstr>
      <vt:lpstr>3.1.3. Giao diện tìm kiếm</vt:lpstr>
      <vt:lpstr>3.1.4. Giao diện thống kê</vt:lpstr>
      <vt:lpstr>Nội dung</vt:lpstr>
      <vt:lpstr>4.Kiểm thử</vt:lpstr>
      <vt:lpstr>Nội dung</vt:lpstr>
      <vt:lpstr>5.1. Những điều đạt được</vt:lpstr>
      <vt:lpstr>5.2. Hướng phát triển</vt:lpstr>
      <vt:lpstr>Cảm ơn quý thầy cô đã lắng nghe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MINH HUNG</dc:creator>
  <cp:lastModifiedBy>Hưng Hồ Minh</cp:lastModifiedBy>
  <cp:revision>37</cp:revision>
  <dcterms:created xsi:type="dcterms:W3CDTF">2024-10-29T03:25:00Z</dcterms:created>
  <dcterms:modified xsi:type="dcterms:W3CDTF">2025-05-27T18:31:36Z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DBDF1D80A4934F2480ADE92BEEC48B42_12</vt:lpwstr>
  </property>
  <property fmtid="{D5CDD505-2E9C-101B-9397-08002B2CF9AE}" pid="3" name="KSOProductBuildVer">
    <vt:lpwstr>1033-12.2.0.21179</vt:lpwstr>
  </property>
</Properties>
</file>